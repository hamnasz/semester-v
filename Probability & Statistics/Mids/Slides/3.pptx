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Frequency Distribution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 Qualitative &amp; Quantitative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Frequency distribution: A table that shows how often each value or category occurs.</a:t>
            </a:r>
          </a:p>
          <a:p/>
          <a:p>
            <a:r>
              <a:t>Helps in:</a:t>
            </a:r>
          </a:p>
          <a:p>
            <a:r>
              <a:t>- Summarizing large data sets</a:t>
            </a:r>
          </a:p>
          <a:p>
            <a:r>
              <a:t>- Identifying patterns</a:t>
            </a:r>
          </a:p>
          <a:p>
            <a:r>
              <a:t>- Organizing data for 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Qualitative Data (Categorical)</a:t>
            </a:r>
          </a:p>
          <a:p>
            <a:r>
              <a:t>- Non-numeric categories (e.g., gender, colors, brands)</a:t>
            </a:r>
          </a:p>
          <a:p/>
          <a:p>
            <a:r>
              <a:t>2. Quantitative Data (Numerical)</a:t>
            </a:r>
          </a:p>
          <a:p>
            <a:r>
              <a:t>- Numeric values (e.g., age, income, scores)</a:t>
            </a:r>
          </a:p>
          <a:p>
            <a:r>
              <a:t>- Can be discrete (whole numbers) or continuous (decimals allowed)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Frequency Distribution for Qualitative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is divided into categories.</a:t>
            </a:r>
          </a:p>
          <a:p/>
          <a:p>
            <a:r>
              <a:t>Example: Favorite Fruit survey</a:t>
            </a:r>
          </a:p>
          <a:p>
            <a:r>
              <a:t>Fruit       | Frequency</a:t>
            </a:r>
          </a:p>
          <a:p>
            <a:r>
              <a:t>------------------------</a:t>
            </a:r>
          </a:p>
          <a:p>
            <a:r>
              <a:t>Apple       | 12</a:t>
            </a:r>
          </a:p>
          <a:p>
            <a:r>
              <a:t>Banana      | 8</a:t>
            </a:r>
          </a:p>
          <a:p>
            <a:r>
              <a:t>Orange      | 15</a:t>
            </a:r>
          </a:p>
          <a:p>
            <a:r>
              <a:t>Mango       |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Frequency Distribution for Quantitative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is divided into class intervals (bins).</a:t>
            </a:r>
          </a:p>
          <a:p/>
          <a:p>
            <a:r>
              <a:t>Example: Test Scores of 30 students</a:t>
            </a:r>
          </a:p>
          <a:p>
            <a:r>
              <a:t>Class Interval | Frequency</a:t>
            </a:r>
          </a:p>
          <a:p>
            <a:r>
              <a:t>----------------------------</a:t>
            </a:r>
          </a:p>
          <a:p>
            <a:r>
              <a:t>0 – 10         | 3</a:t>
            </a:r>
          </a:p>
          <a:p>
            <a:r>
              <a:t>11 – 20        | 7</a:t>
            </a:r>
          </a:p>
          <a:p>
            <a:r>
              <a:t>21 – 30        | 10</a:t>
            </a:r>
          </a:p>
          <a:p>
            <a:r>
              <a:t>31 – 40        | 6</a:t>
            </a:r>
          </a:p>
          <a:p>
            <a:r>
              <a:t>41 – 50        |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Qualitative Data:</a:t>
            </a:r>
          </a:p>
          <a:p>
            <a:r>
              <a:t>- Organized by category</a:t>
            </a:r>
          </a:p>
          <a:p>
            <a:r>
              <a:t>- Example: Bar chart, Pie chart</a:t>
            </a:r>
          </a:p>
          <a:p/>
          <a:p>
            <a:r>
              <a:t>Quantitative Data:</a:t>
            </a:r>
          </a:p>
          <a:p>
            <a:r>
              <a:t>- Organized by intervals</a:t>
            </a:r>
          </a:p>
          <a:p>
            <a:r>
              <a:t>- Example: Histogram, Frequency Polygon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Qualitative:</a:t>
            </a:r>
          </a:p>
          <a:p>
            <a:r>
              <a:t>- Market research, customer preferences, surveys</a:t>
            </a:r>
          </a:p>
          <a:p/>
          <a:p>
            <a:r>
              <a:t>Quantitative:</a:t>
            </a:r>
          </a:p>
          <a:p>
            <a:r>
              <a:t>- Exam results, income distribution, scientific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Frequency distribution organizes and simplifies data.</a:t>
            </a:r>
          </a:p>
          <a:p>
            <a:r>
              <a:t>- Choice of method depends on the type of data.</a:t>
            </a:r>
          </a:p>
          <a:p>
            <a:r>
              <a:t>- Useful in research, decision-making, and statistics.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