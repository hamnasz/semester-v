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5" r:id="rId3"/>
    <p:sldId id="282" r:id="rId4"/>
    <p:sldId id="283" r:id="rId5"/>
    <p:sldId id="285" r:id="rId6"/>
    <p:sldId id="298" r:id="rId7"/>
    <p:sldId id="299" r:id="rId8"/>
    <p:sldId id="297" r:id="rId9"/>
    <p:sldId id="300" r:id="rId10"/>
    <p:sldId id="292" r:id="rId11"/>
    <p:sldId id="301" r:id="rId12"/>
    <p:sldId id="293" r:id="rId13"/>
    <p:sldId id="306" r:id="rId14"/>
    <p:sldId id="302" r:id="rId15"/>
    <p:sldId id="303" r:id="rId16"/>
    <p:sldId id="304" r:id="rId17"/>
    <p:sldId id="305" r:id="rId18"/>
    <p:sldId id="307" r:id="rId19"/>
    <p:sldId id="274" r:id="rId2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pPr/>
              <a:t>9/27/2025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6005" y="3888366"/>
            <a:ext cx="8955024" cy="1153160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rgbClr val="F8FAFF"/>
                </a:solidFill>
                <a:latin typeface="quote-cjk-patch"/>
              </a:rPr>
              <a:t>Lab 3</a:t>
            </a:r>
          </a:p>
          <a:p>
            <a:r>
              <a:rPr lang="en-GB" sz="4000" b="1" dirty="0">
                <a:solidFill>
                  <a:srgbClr val="F8FAFF"/>
                </a:solidFill>
                <a:latin typeface="quote-cjk-patch"/>
              </a:rPr>
              <a:t>Text Preprocessing- Stemming, Lemmatization, POS Tagging</a:t>
            </a:r>
            <a:endParaRPr lang="en-GB" sz="5400" b="1" dirty="0">
              <a:solidFill>
                <a:schemeClr val="bg1"/>
              </a:solidFill>
              <a:latin typeface="quote-cjk-patch"/>
            </a:endParaRPr>
          </a:p>
          <a:p>
            <a:endParaRPr lang="en-GB" sz="40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l"/>
            <a:endParaRPr lang="en-GB" sz="2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4174" y="-1524000"/>
            <a:ext cx="3611690" cy="361169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1459346" y="1196254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8FAFF"/>
                </a:solidFill>
                <a:latin typeface="quote-cjk-patch"/>
              </a:rPr>
              <a:t>Natural Language Processing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43C6-1C68-641E-F177-0D9BD7AA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9522-4C73-D35E-18A3-5FE412C85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43064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Understand stemming using different algorithms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Implement lemmatization.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Implement POS tagging.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D05846-7536-AF38-E511-87271C6C43D8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14821C-D022-94F8-BF01-CC82A6F5B7DA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CDC8EA-8444-BE48-B7B3-9FE6EBFF1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410EAA-8C14-1141-0859-159607499FE0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7FA2FD4-2EDE-9CEB-1698-982DF9274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D11AEC-2933-4DA7-3D88-2C48BDE99103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763F427-432A-9D4C-B8D8-67D5A76FC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B031678-A3F3-B905-B046-E0BCD159F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809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782BE-F09A-CF81-CD29-70AECCEC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4DD0-15E7-39BF-7138-604BDE9E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Text Preprocessing in NLP</a:t>
            </a:r>
          </a:p>
          <a:p>
            <a:pPr marL="0" indent="0" fontAlgn="base">
              <a:buNone/>
            </a:pPr>
            <a:r>
              <a:rPr lang="en-US" dirty="0"/>
              <a:t>Text processing involves cleaning and preparing raw text data for further analysis.</a:t>
            </a: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BEDF4C-C0DA-D506-8751-3FA4F601286E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681EB6-1D7D-A825-8267-906F7D33EB5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AFC1A59-A8EE-13DB-BC99-94A683CD3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2D4CD5-2CAF-8417-E62E-1D14FC903466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659F8F1-68C1-5D8E-C585-D4D8C111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CECA2B-5304-CB11-1D5E-C41A0375656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2B6535B-C81C-D7EC-67F7-F2AFC5E19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27724A6-2AC6-8C26-DD62-DCEC56A80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870C82F-7258-A7E3-3835-3E94D73EEC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7649" y="3241892"/>
            <a:ext cx="7339606" cy="302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81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75F5-34D2-22D4-E39B-5B5051863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57D0A-C9C8-1C8D-51F5-40A5C449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Stemming: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Stemming is an important text-processing technique that reduces words to their base or root form by removing prefixes and suffixes. 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8A16DFB-10EB-2108-2DD9-8E3ED818BD54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29E3E4-D7C6-E60E-B4E9-F9B51A4FDD2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ECD8D7E-CA90-4FB7-67FC-B90D27378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5354E0-CF2A-A888-9467-E140E08DF232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E7CF394-A356-2B8F-6861-9A5093B84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5C442D-AA90-3C8A-B75E-6FD962C876F9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93CFC0C-63D3-4EF9-13EB-6494E7468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BD2DB64-B988-4FB5-0F11-968E7560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298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88A0-87FD-B09B-13ED-3A097705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92816-07EE-A80E-149E-D8F53F6D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</a:t>
            </a:r>
            <a:r>
              <a:rPr lang="en-US" dirty="0"/>
              <a:t> </a:t>
            </a:r>
            <a:r>
              <a:rPr lang="en-US" b="1" dirty="0"/>
              <a:t>Installing the Required Libraries: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!pip install </a:t>
            </a:r>
            <a:r>
              <a:rPr lang="en-US" b="1" dirty="0" err="1">
                <a:solidFill>
                  <a:srgbClr val="FF0000"/>
                </a:solidFill>
              </a:rPr>
              <a:t>nltk</a:t>
            </a:r>
            <a:r>
              <a:rPr lang="en-US" b="1" dirty="0">
                <a:solidFill>
                  <a:srgbClr val="FF0000"/>
                </a:solidFill>
              </a:rPr>
              <a:t> spacy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pip</a:t>
            </a:r>
            <a:r>
              <a:rPr lang="en-US" sz="2000" dirty="0"/>
              <a:t> is Python’s package manager.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00B050"/>
                </a:solidFill>
              </a:rPr>
              <a:t>nltk</a:t>
            </a:r>
            <a:r>
              <a:rPr lang="en-US" sz="1800" dirty="0"/>
              <a:t> → Natural Language Toolkit, used for tokenization, stemming, lemmatization, and POS tagging.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spacy</a:t>
            </a:r>
            <a:r>
              <a:rPr lang="en-US" sz="1800" dirty="0"/>
              <a:t> → A popular NLP library known for speed and efficiency, used for lemmatization and POS tagging.</a:t>
            </a:r>
          </a:p>
          <a:p>
            <a:pPr marL="0" indent="0">
              <a:buNone/>
            </a:pPr>
            <a:endParaRPr lang="en-US" sz="1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B95C551-7E4A-5B61-78FE-F018E21E3909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D19DD2-1224-1EC4-9E5A-6B8A0D53F793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695296F-D8D2-6ABD-0FB6-4C6B9338A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54B8C9-5416-36DC-D33C-8CF2728DECE1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2A4BF1A-A8EC-8B69-8A92-06F7E0FD0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3E61CE-3DEB-D518-21DA-C71DF70560A9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455DAF2-1B24-06B8-EAC1-A93B85567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7918E5D-F41F-5150-81B8-BE9D1B785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2542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0B6C-4BEF-C5FC-0DF3-E35E60236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C6998-D950-E941-75B0-61EA659F5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b="1" dirty="0"/>
              <a:t>Downloading </a:t>
            </a:r>
            <a:r>
              <a:rPr lang="en-US" b="1" dirty="0" err="1"/>
              <a:t>SpaCy’s</a:t>
            </a:r>
            <a:r>
              <a:rPr lang="en-US" b="1" dirty="0"/>
              <a:t> English Language Model: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!python -m spacy download </a:t>
            </a:r>
            <a:r>
              <a:rPr lang="en-US" b="1" dirty="0" err="1">
                <a:solidFill>
                  <a:srgbClr val="FF0000"/>
                </a:solidFill>
              </a:rPr>
              <a:t>en_core_web_sm</a:t>
            </a:r>
            <a:endParaRPr lang="en-US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-m spacy</a:t>
            </a:r>
            <a:r>
              <a:rPr lang="en-US" sz="2000" dirty="0"/>
              <a:t> runs </a:t>
            </a:r>
            <a:r>
              <a:rPr lang="en-US" sz="2000" dirty="0" err="1"/>
              <a:t>SpaCy</a:t>
            </a:r>
            <a:r>
              <a:rPr lang="en-US" sz="2000" dirty="0"/>
              <a:t> as a module.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download </a:t>
            </a:r>
            <a:r>
              <a:rPr lang="en-US" b="1" dirty="0" err="1">
                <a:solidFill>
                  <a:srgbClr val="00B050"/>
                </a:solidFill>
              </a:rPr>
              <a:t>en_core_web_sm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downloads a </a:t>
            </a:r>
            <a:r>
              <a:rPr lang="en-US" b="1" dirty="0"/>
              <a:t>small English model</a:t>
            </a:r>
            <a:r>
              <a:rPr lang="en-US" dirty="0"/>
              <a:t> that </a:t>
            </a:r>
            <a:r>
              <a:rPr lang="en-US" dirty="0" err="1"/>
              <a:t>SpaCy</a:t>
            </a:r>
            <a:r>
              <a:rPr lang="en-US" dirty="0"/>
              <a:t> uses for: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Tokenization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POS tagging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Lemmatization</a:t>
            </a:r>
          </a:p>
          <a:p>
            <a:pPr marL="0" indent="0">
              <a:buNone/>
            </a:pPr>
            <a:r>
              <a:rPr lang="en-US" dirty="0"/>
              <a:t>Without this model, </a:t>
            </a:r>
            <a:r>
              <a:rPr lang="en-US" dirty="0" err="1"/>
              <a:t>SpaCy</a:t>
            </a:r>
            <a:r>
              <a:rPr lang="en-US" dirty="0"/>
              <a:t> can’t process English text properly.</a:t>
            </a:r>
          </a:p>
          <a:p>
            <a:pPr marL="0" indent="0">
              <a:buNone/>
            </a:pPr>
            <a:endParaRPr lang="en-US" sz="1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DEA4EAC-57FD-2E97-7076-D60F64AC6E6D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230091-5D27-4145-9A31-B1C29F7ACE35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E3E856-B492-F882-EE4B-4FFE12D36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C68102B-BEE6-44E8-E54A-8374AF1C4F9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511C4298-5318-B723-A140-8188DF68F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B09AD09-AD38-D3B0-37BD-0F7BB0093AD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899474B-77D7-32FB-AAE2-702017B3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9A6E577-977E-BDCA-FF0A-F6D6F2080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964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49D78-45FE-9BF3-A407-B65CD339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603DD-8790-6503-C034-6D58E7244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</a:t>
            </a:r>
            <a:r>
              <a:rPr lang="en-US" dirty="0"/>
              <a:t> </a:t>
            </a:r>
            <a:r>
              <a:rPr lang="en-US" b="1" dirty="0"/>
              <a:t>Downloading NLTK Datasets: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import </a:t>
            </a:r>
            <a:r>
              <a:rPr lang="en-US" sz="2400" b="1" dirty="0" err="1">
                <a:solidFill>
                  <a:srgbClr val="FF0000"/>
                </a:solidFill>
              </a:rPr>
              <a:t>nltk</a:t>
            </a:r>
            <a:endParaRPr lang="en-US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nltk.download</a:t>
            </a:r>
            <a:r>
              <a:rPr lang="en-US" sz="2400" b="1" dirty="0">
                <a:solidFill>
                  <a:srgbClr val="FF0000"/>
                </a:solidFill>
              </a:rPr>
              <a:t>('</a:t>
            </a:r>
            <a:r>
              <a:rPr lang="en-US" sz="2400" b="1" dirty="0" err="1">
                <a:solidFill>
                  <a:srgbClr val="FF0000"/>
                </a:solidFill>
              </a:rPr>
              <a:t>punkt</a:t>
            </a:r>
            <a:r>
              <a:rPr lang="en-US" sz="2400" b="1" dirty="0">
                <a:solidFill>
                  <a:srgbClr val="FF0000"/>
                </a:solidFill>
              </a:rPr>
              <a:t>')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nltk.download</a:t>
            </a:r>
            <a:r>
              <a:rPr lang="en-US" sz="2400" b="1" dirty="0">
                <a:solidFill>
                  <a:srgbClr val="FF0000"/>
                </a:solidFill>
              </a:rPr>
              <a:t>('wordnet')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nltk.download</a:t>
            </a:r>
            <a:r>
              <a:rPr lang="en-US" sz="2400" b="1" dirty="0">
                <a:solidFill>
                  <a:srgbClr val="FF0000"/>
                </a:solidFill>
              </a:rPr>
              <a:t>('</a:t>
            </a:r>
            <a:r>
              <a:rPr lang="en-US" sz="2400" b="1" dirty="0" err="1">
                <a:solidFill>
                  <a:srgbClr val="FF0000"/>
                </a:solidFill>
              </a:rPr>
              <a:t>averaged_perceptron_tagger</a:t>
            </a:r>
            <a:r>
              <a:rPr lang="en-US" sz="2400" b="1" dirty="0">
                <a:solidFill>
                  <a:srgbClr val="FF0000"/>
                </a:solidFill>
              </a:rPr>
              <a:t>’)</a:t>
            </a:r>
          </a:p>
          <a:p>
            <a:pPr marL="0" indent="0">
              <a:buNone/>
            </a:pPr>
            <a:endParaRPr lang="en-US" sz="1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99ADB93-1006-4702-915B-0BB8B5719329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BD71EDD-2734-DD89-752F-044E92058983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AEB70F0-A104-FCF2-F8C9-D08731E9B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745E4C-0D6A-8F84-8ADC-8D16210EBEB1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134F012-4EDF-1DBA-A51B-0654C7014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8BDAB2-E3F5-918E-D421-BFC4CBE882DB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03717E6-8328-C5C1-506E-3BD51EFF8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D5320EF-1463-9CBB-26A9-4854E627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31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11C47-F421-EE0B-1892-D128AF38D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A1895-6831-6C68-EEDC-177F133BB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Porter's Stemmer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13A4F5-160C-2EFF-A6FF-B1DBB024A0F9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1EAD31-0A71-C6BF-80D1-106A483275E5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CAD0FC5-6DCF-1768-9C5B-D93798E18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6F547F-16A0-8F12-2537-55C0E23056C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F95DA5E-7DEA-0AC7-449E-476793A5D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0CA78B-71CE-8478-B914-BDB32BA5E4AF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D8D6B398-9192-B3F9-AD8A-881F99D18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32D89B8-8C26-10F1-7451-B5A9EA6D5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200B500-BB7D-D7F7-A61A-3D9530A64410}"/>
              </a:ext>
            </a:extLst>
          </p:cNvPr>
          <p:cNvSpPr txBox="1"/>
          <p:nvPr/>
        </p:nvSpPr>
        <p:spPr>
          <a:xfrm>
            <a:off x="798394" y="2271525"/>
            <a:ext cx="63735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nltk.stem</a:t>
            </a:r>
            <a:r>
              <a:rPr lang="en-US" dirty="0"/>
              <a:t> import </a:t>
            </a:r>
            <a:r>
              <a:rPr lang="en-US" dirty="0" err="1"/>
              <a:t>PorterStemmer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nltk.tokenize</a:t>
            </a:r>
            <a:r>
              <a:rPr lang="en-US" dirty="0"/>
              <a:t> import </a:t>
            </a:r>
            <a:r>
              <a:rPr lang="en-US" dirty="0" err="1"/>
              <a:t>word_tokenize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ps</a:t>
            </a:r>
            <a:r>
              <a:rPr lang="en-US" dirty="0"/>
              <a:t> = </a:t>
            </a:r>
            <a:r>
              <a:rPr lang="en-US" dirty="0" err="1"/>
              <a:t>PorterStemmer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text = "Studies studying cried cries flying flies running runs happiness happily"</a:t>
            </a:r>
          </a:p>
          <a:p>
            <a:r>
              <a:rPr lang="en-US" dirty="0"/>
              <a:t>words = </a:t>
            </a:r>
            <a:r>
              <a:rPr lang="en-US" dirty="0" err="1"/>
              <a:t>word_tokenize</a:t>
            </a:r>
            <a:r>
              <a:rPr lang="en-US" dirty="0"/>
              <a:t>(text)</a:t>
            </a:r>
          </a:p>
          <a:p>
            <a:endParaRPr lang="en-US" dirty="0"/>
          </a:p>
          <a:p>
            <a:r>
              <a:rPr lang="en-US" dirty="0"/>
              <a:t>print("Porter Stemmer:")</a:t>
            </a:r>
          </a:p>
          <a:p>
            <a:r>
              <a:rPr lang="en-US" dirty="0"/>
              <a:t>print([</a:t>
            </a:r>
            <a:r>
              <a:rPr lang="en-US" dirty="0" err="1"/>
              <a:t>ps.stem</a:t>
            </a:r>
            <a:r>
              <a:rPr lang="en-US" dirty="0"/>
              <a:t>(w) for w in words])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81270A-7166-4DAE-0333-A265D1964C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9369" y="1865649"/>
            <a:ext cx="7462631" cy="109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7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2FC85-D655-BAB0-7FE2-7883D8F80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11E19-6B20-3973-251C-8A422D177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Snowball Stemmer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78C0AC-560F-ACD6-5BCF-967DC80F4620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4FC6E32-FCB7-8EEC-AD1B-9C0D2FF26693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DF0ACE5-B847-C6FD-04DF-2B22EB0E0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82F2DF-2A6A-FBF7-F409-3BAE62E14610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CCBAA01-28D0-3035-83F2-7B64B227D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48E083-3203-378A-F5EE-36A8FED06E1A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592A9DE-94EE-7EDE-C8D1-CAF8F2000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8C3C398-3598-BA89-565D-AB083EB4B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65EE6F1-B0A7-CD39-E47D-E392D32A603B}"/>
              </a:ext>
            </a:extLst>
          </p:cNvPr>
          <p:cNvSpPr txBox="1"/>
          <p:nvPr/>
        </p:nvSpPr>
        <p:spPr>
          <a:xfrm>
            <a:off x="798394" y="2271525"/>
            <a:ext cx="63735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nltk.stem</a:t>
            </a:r>
            <a:r>
              <a:rPr lang="en-US" dirty="0"/>
              <a:t> import </a:t>
            </a:r>
            <a:r>
              <a:rPr lang="en-US" dirty="0" err="1"/>
              <a:t>SnowballStemmer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nltk.tokenize</a:t>
            </a:r>
            <a:r>
              <a:rPr lang="en-US" dirty="0"/>
              <a:t> import </a:t>
            </a:r>
            <a:r>
              <a:rPr lang="en-US" dirty="0" err="1"/>
              <a:t>word_tokenize</a:t>
            </a:r>
            <a:endParaRPr lang="en-US" dirty="0"/>
          </a:p>
          <a:p>
            <a:endParaRPr lang="en-US" dirty="0"/>
          </a:p>
          <a:p>
            <a:r>
              <a:rPr lang="en-US" dirty="0"/>
              <a:t>ss = </a:t>
            </a:r>
            <a:r>
              <a:rPr lang="en-US" dirty="0" err="1"/>
              <a:t>SnowballStemmer</a:t>
            </a:r>
            <a:r>
              <a:rPr lang="en-US" dirty="0"/>
              <a:t>("</a:t>
            </a:r>
            <a:r>
              <a:rPr lang="en-US" dirty="0" err="1"/>
              <a:t>english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text = "Connections connected connecting fair fairer fairest easily easiest studies studying cries cried"</a:t>
            </a:r>
          </a:p>
          <a:p>
            <a:endParaRPr lang="en-US" dirty="0"/>
          </a:p>
          <a:p>
            <a:r>
              <a:rPr lang="en-US" dirty="0"/>
              <a:t>words = </a:t>
            </a:r>
            <a:r>
              <a:rPr lang="en-US" dirty="0" err="1"/>
              <a:t>word_tokenize</a:t>
            </a:r>
            <a:r>
              <a:rPr lang="en-US" dirty="0"/>
              <a:t>(text)</a:t>
            </a:r>
          </a:p>
          <a:p>
            <a:endParaRPr lang="en-US" dirty="0"/>
          </a:p>
          <a:p>
            <a:r>
              <a:rPr lang="en-US" dirty="0"/>
              <a:t>print("Snowball Stemmer:")</a:t>
            </a:r>
          </a:p>
          <a:p>
            <a:r>
              <a:rPr lang="en-US" dirty="0"/>
              <a:t>print([</a:t>
            </a:r>
            <a:r>
              <a:rPr lang="en-US" dirty="0" err="1"/>
              <a:t>ss.stem</a:t>
            </a:r>
            <a:r>
              <a:rPr lang="en-US" dirty="0"/>
              <a:t>(w) for w in words])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B3DE84-65F9-C7CA-2B31-8B17D34090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5568" y="2123150"/>
            <a:ext cx="7386431" cy="102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33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ED6-87D2-4994-5AC2-F1BC76569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E8CCB-E930-8A14-614D-797017F43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Lemmatization with </a:t>
            </a:r>
            <a:r>
              <a:rPr lang="en-US" dirty="0"/>
              <a:t>NLTK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nltk.stem</a:t>
            </a:r>
            <a:r>
              <a:rPr lang="en-US" sz="2000" dirty="0"/>
              <a:t> import </a:t>
            </a:r>
            <a:r>
              <a:rPr lang="en-US" sz="2000" dirty="0" err="1"/>
              <a:t>WordNetLemmatizer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nltk.tokenize</a:t>
            </a:r>
            <a:r>
              <a:rPr lang="en-US" sz="2000" dirty="0"/>
              <a:t> import </a:t>
            </a:r>
            <a:r>
              <a:rPr lang="en-US" sz="2000" dirty="0" err="1"/>
              <a:t>word_tokenize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text = "Studies studying cries cried running runs"</a:t>
            </a:r>
          </a:p>
          <a:p>
            <a:pPr marL="0" indent="0">
              <a:buNone/>
            </a:pPr>
            <a:r>
              <a:rPr lang="en-US" sz="2000" dirty="0"/>
              <a:t>words = </a:t>
            </a:r>
            <a:r>
              <a:rPr lang="en-US" sz="2000" dirty="0" err="1"/>
              <a:t>word_tokenize</a:t>
            </a:r>
            <a:r>
              <a:rPr lang="en-US" sz="2000" dirty="0"/>
              <a:t>(text)</a:t>
            </a:r>
          </a:p>
          <a:p>
            <a:pPr marL="0" indent="0">
              <a:buNone/>
            </a:pPr>
            <a:r>
              <a:rPr lang="en-US" sz="2000" dirty="0" err="1"/>
              <a:t>lemmatizer</a:t>
            </a:r>
            <a:r>
              <a:rPr lang="en-US" sz="2000" dirty="0"/>
              <a:t> = </a:t>
            </a:r>
            <a:r>
              <a:rPr lang="en-US" sz="2000" dirty="0" err="1"/>
              <a:t>WordNetLemmatizer</a:t>
            </a:r>
            <a:r>
              <a:rPr lang="en-US" sz="2000" dirty="0"/>
              <a:t>()</a:t>
            </a:r>
          </a:p>
          <a:p>
            <a:pPr marL="0" indent="0">
              <a:buNone/>
            </a:pPr>
            <a:r>
              <a:rPr lang="en-US" sz="2000" dirty="0"/>
              <a:t>print([</a:t>
            </a:r>
            <a:r>
              <a:rPr lang="en-US" sz="2000" dirty="0" err="1"/>
              <a:t>lemmatizer.lemmatize</a:t>
            </a:r>
            <a:r>
              <a:rPr lang="en-US" sz="2000" dirty="0"/>
              <a:t>(w) for w in words])  # Default noun assumption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778B2AF-0DD4-D5F1-A20B-0376DCE7EBCF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95DE69-CC05-EBF1-E849-871293FE9D0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5304BE-6784-79C9-1F1B-43A15195A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6B21F7B-B4E3-1EC2-7FC5-18602479CE3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6DEAE4B-7579-BA22-0471-7872B954B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4D52D22-AC24-5C07-F23B-37A98204549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1AC9AE8-AFAD-6482-7BA9-CE84A6702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914D22E-59A0-6019-878B-7BE7FC638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F72108F-BFF1-8560-27A1-7BB65582A2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4870" y="2203829"/>
            <a:ext cx="6173059" cy="71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1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DFE8-8CC3-0839-4DD3-DCF2B495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E7AFD-2385-FB38-ADC6-2EB3200D8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Lemmatization with </a:t>
            </a:r>
            <a:r>
              <a:rPr lang="en-US" b="1" dirty="0" err="1"/>
              <a:t>SpaCy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50"/>
                </a:solidFill>
              </a:rPr>
              <a:t>import </a:t>
            </a:r>
            <a:r>
              <a:rPr lang="en-US" sz="2000" dirty="0" err="1">
                <a:solidFill>
                  <a:srgbClr val="00B050"/>
                </a:solidFill>
              </a:rPr>
              <a:t>nltk</a:t>
            </a:r>
            <a:endParaRPr lang="en-US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00B050"/>
                </a:solidFill>
              </a:rPr>
              <a:t>nltk.download</a:t>
            </a:r>
            <a:r>
              <a:rPr lang="en-US" sz="2000" dirty="0">
                <a:solidFill>
                  <a:srgbClr val="00B050"/>
                </a:solidFill>
              </a:rPr>
              <a:t>('</a:t>
            </a:r>
            <a:r>
              <a:rPr lang="en-US" sz="2000" dirty="0" err="1">
                <a:solidFill>
                  <a:srgbClr val="00B050"/>
                </a:solidFill>
              </a:rPr>
              <a:t>averaged_perceptron_tagger</a:t>
            </a:r>
            <a:r>
              <a:rPr lang="en-US" sz="2000" dirty="0">
                <a:solidFill>
                  <a:srgbClr val="00B050"/>
                </a:solidFill>
              </a:rPr>
              <a:t>’)</a:t>
            </a:r>
          </a:p>
          <a:p>
            <a:pPr marL="0" indent="0">
              <a:buNone/>
            </a:pPr>
            <a:endParaRPr lang="en-US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dirty="0"/>
              <a:t>import spacy</a:t>
            </a:r>
          </a:p>
          <a:p>
            <a:pPr marL="0" indent="0">
              <a:buNone/>
            </a:pPr>
            <a:r>
              <a:rPr lang="en-US" sz="2000" dirty="0" err="1"/>
              <a:t>nlp</a:t>
            </a:r>
            <a:r>
              <a:rPr lang="en-US" sz="2000" dirty="0"/>
              <a:t> = </a:t>
            </a:r>
            <a:r>
              <a:rPr lang="en-US" sz="2000" dirty="0" err="1"/>
              <a:t>spacy.load</a:t>
            </a:r>
            <a:r>
              <a:rPr lang="en-US" sz="2000" dirty="0"/>
              <a:t>("</a:t>
            </a:r>
            <a:r>
              <a:rPr lang="en-US" sz="2000" dirty="0" err="1"/>
              <a:t>en_core_web_sm</a:t>
            </a:r>
            <a:r>
              <a:rPr lang="en-US" sz="2000" dirty="0"/>
              <a:t>")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doc = </a:t>
            </a:r>
            <a:r>
              <a:rPr lang="en-US" sz="2000" dirty="0" err="1"/>
              <a:t>nlp</a:t>
            </a:r>
            <a:r>
              <a:rPr lang="en-US" sz="2000" dirty="0"/>
              <a:t>("Studies studying cries cried running runs better")</a:t>
            </a:r>
          </a:p>
          <a:p>
            <a:pPr marL="0" indent="0">
              <a:buNone/>
            </a:pPr>
            <a:r>
              <a:rPr lang="en-US" sz="2000" dirty="0"/>
              <a:t>for token in doc:</a:t>
            </a:r>
          </a:p>
          <a:p>
            <a:pPr marL="0" indent="0">
              <a:buNone/>
            </a:pPr>
            <a:r>
              <a:rPr lang="en-US" sz="2000" dirty="0"/>
              <a:t>    print(</a:t>
            </a:r>
            <a:r>
              <a:rPr lang="en-US" sz="2000" dirty="0" err="1"/>
              <a:t>token.text</a:t>
            </a:r>
            <a:r>
              <a:rPr lang="en-US" sz="2000" dirty="0"/>
              <a:t>, "→", </a:t>
            </a:r>
            <a:r>
              <a:rPr lang="en-US" sz="2000" dirty="0" err="1"/>
              <a:t>token.lemma</a:t>
            </a:r>
            <a:r>
              <a:rPr lang="en-US" sz="2000" dirty="0"/>
              <a:t>_)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B65410D-A2F6-90DF-B8F4-B9FDD480E28B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0CEFAB-C5D7-D6E8-2620-2A073265C4E2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4D0B205-4D57-FA69-B895-1258E4547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210C14-E7ED-8AFA-F963-0D9BC9F6878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5E3B1EA9-62FE-50BD-CB78-FEE240456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1A3E5D-158F-F16E-84AC-EBEAFA3E342A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D8164A20-76B7-B7AA-EF4D-5B4CC0277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8C4A0C9-E03A-DA2F-D990-636C66B78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8D63097-D0BB-4633-A7E6-74EDF92ED9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8750" y="1971319"/>
            <a:ext cx="3309587" cy="246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4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3CE0-5557-C5FB-B792-AAD2F9C6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00F0B-AF69-2DB4-45BE-14F7EDAB1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POS Tagging with NLTK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sz="2000" b="1" dirty="0"/>
              <a:t>from </a:t>
            </a:r>
            <a:r>
              <a:rPr lang="en-US" sz="2000" b="1" dirty="0" err="1"/>
              <a:t>nltk.tokenize</a:t>
            </a:r>
            <a:r>
              <a:rPr lang="en-US" sz="2000" b="1" dirty="0"/>
              <a:t> import </a:t>
            </a:r>
            <a:r>
              <a:rPr lang="en-US" sz="2000" b="1" dirty="0" err="1"/>
              <a:t>word_tokenize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import </a:t>
            </a:r>
            <a:r>
              <a:rPr lang="en-US" sz="2000" b="1" dirty="0" err="1"/>
              <a:t>nltk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# Download required resources</a:t>
            </a:r>
          </a:p>
          <a:p>
            <a:pPr marL="0" indent="0">
              <a:buNone/>
            </a:pPr>
            <a:r>
              <a:rPr lang="en-US" sz="2000" b="1" dirty="0" err="1"/>
              <a:t>nltk.download</a:t>
            </a:r>
            <a:r>
              <a:rPr lang="en-US" sz="2000" b="1" dirty="0"/>
              <a:t>('</a:t>
            </a:r>
            <a:r>
              <a:rPr lang="en-US" sz="2000" b="1" dirty="0" err="1"/>
              <a:t>punkt</a:t>
            </a:r>
            <a:r>
              <a:rPr lang="en-US" sz="2000" b="1" dirty="0"/>
              <a:t>')</a:t>
            </a:r>
          </a:p>
          <a:p>
            <a:pPr marL="0" indent="0">
              <a:buNone/>
            </a:pPr>
            <a:r>
              <a:rPr lang="en-US" sz="2000" b="1" dirty="0" err="1"/>
              <a:t>nltk.download</a:t>
            </a:r>
            <a:r>
              <a:rPr lang="en-US" sz="2000" b="1" dirty="0"/>
              <a:t>('</a:t>
            </a:r>
            <a:r>
              <a:rPr lang="en-US" sz="2000" b="1" dirty="0" err="1"/>
              <a:t>averaged_perceptron_tagger_eng</a:t>
            </a:r>
            <a:r>
              <a:rPr lang="en-US" sz="2000" b="1" dirty="0"/>
              <a:t>')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# Sentence for POS tagging</a:t>
            </a:r>
          </a:p>
          <a:p>
            <a:pPr marL="0" indent="0">
              <a:buNone/>
            </a:pPr>
            <a:r>
              <a:rPr lang="en-US" sz="2000" b="1" dirty="0"/>
              <a:t>sentence = "The quick brown fox jumps over the lazy dog"</a:t>
            </a:r>
          </a:p>
          <a:p>
            <a:pPr marL="0" indent="0">
              <a:buNone/>
            </a:pPr>
            <a:r>
              <a:rPr lang="en-US" sz="2000" b="1" dirty="0"/>
              <a:t>words = </a:t>
            </a:r>
            <a:r>
              <a:rPr lang="en-US" sz="2000" b="1" dirty="0" err="1"/>
              <a:t>word_tokenize</a:t>
            </a:r>
            <a:r>
              <a:rPr lang="en-US" sz="2000" b="1" dirty="0"/>
              <a:t>(sentence)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# Perform POS tagging</a:t>
            </a:r>
          </a:p>
          <a:p>
            <a:pPr marL="0" indent="0">
              <a:buNone/>
            </a:pPr>
            <a:r>
              <a:rPr lang="en-US" sz="2000" b="1" dirty="0" err="1"/>
              <a:t>pos_tags</a:t>
            </a:r>
            <a:r>
              <a:rPr lang="en-US" sz="2000" b="1" dirty="0"/>
              <a:t> = </a:t>
            </a:r>
            <a:r>
              <a:rPr lang="en-US" sz="2000" b="1" dirty="0" err="1"/>
              <a:t>nltk.pos_tag</a:t>
            </a:r>
            <a:r>
              <a:rPr lang="en-US" sz="2000" b="1" dirty="0"/>
              <a:t>(words, </a:t>
            </a:r>
            <a:r>
              <a:rPr lang="en-US" sz="2000" b="1" dirty="0" err="1"/>
              <a:t>tagset</a:t>
            </a:r>
            <a:r>
              <a:rPr lang="en-US" sz="2000" b="1" dirty="0"/>
              <a:t>=None, lang='</a:t>
            </a:r>
            <a:r>
              <a:rPr lang="en-US" sz="2000" b="1" dirty="0" err="1"/>
              <a:t>eng</a:t>
            </a:r>
            <a:r>
              <a:rPr lang="en-US" sz="2000" b="1" dirty="0"/>
              <a:t>')</a:t>
            </a:r>
          </a:p>
          <a:p>
            <a:pPr marL="0" indent="0">
              <a:buNone/>
            </a:pPr>
            <a:r>
              <a:rPr lang="en-US" sz="2000" b="1" dirty="0"/>
              <a:t>print(</a:t>
            </a:r>
            <a:r>
              <a:rPr lang="en-US" sz="2000" b="1" dirty="0" err="1"/>
              <a:t>pos_tags</a:t>
            </a:r>
            <a:r>
              <a:rPr lang="en-US" sz="2000" b="1" dirty="0"/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5C8FCC-EB0A-6B44-28E6-E0DFC2722040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59E94A-B3E9-73C9-6C0B-AA0F9AACFB0D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D308F93-296B-3E52-B8AF-328A99AA8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E00AB2-3F91-3FAB-6701-7EB3119BD091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1C9ABB5-7804-6BC4-4C44-7DEDA3FBF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9505AA-DC66-B248-FB41-A444AC7BEB08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CD6C113-541E-63F1-DA5D-9CB6AB96E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4F72FF6-E07F-25BF-3C04-17C0B8F63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1228EBC-7743-F872-16D4-2EB75879A8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9859" y="2156345"/>
            <a:ext cx="7912141" cy="74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47E1-38A2-C982-AC1E-29471428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A7F21-845A-A9C8-7F1D-9C0B7C0AB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POS Tagging with NLTK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sz="2000" b="1" dirty="0"/>
              <a:t>from </a:t>
            </a:r>
            <a:r>
              <a:rPr lang="en-US" sz="2000" b="1" dirty="0" err="1"/>
              <a:t>nltk.tokenize</a:t>
            </a:r>
            <a:r>
              <a:rPr lang="en-US" sz="2000" b="1" dirty="0"/>
              <a:t> import </a:t>
            </a:r>
            <a:r>
              <a:rPr lang="en-US" sz="2000" b="1" dirty="0" err="1"/>
              <a:t>word_tokenize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import </a:t>
            </a:r>
            <a:r>
              <a:rPr lang="en-US" sz="2000" b="1" dirty="0" err="1"/>
              <a:t>nltk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# Download required resources</a:t>
            </a:r>
          </a:p>
          <a:p>
            <a:pPr marL="0" indent="0">
              <a:buNone/>
            </a:pPr>
            <a:r>
              <a:rPr lang="en-US" sz="2000" b="1" dirty="0" err="1"/>
              <a:t>nltk.download</a:t>
            </a:r>
            <a:r>
              <a:rPr lang="en-US" sz="2000" b="1" dirty="0"/>
              <a:t>('</a:t>
            </a:r>
            <a:r>
              <a:rPr lang="en-US" sz="2000" b="1" dirty="0" err="1"/>
              <a:t>punkt</a:t>
            </a:r>
            <a:r>
              <a:rPr lang="en-US" sz="2000" b="1" dirty="0"/>
              <a:t>')</a:t>
            </a:r>
          </a:p>
          <a:p>
            <a:pPr marL="0" indent="0">
              <a:buNone/>
            </a:pPr>
            <a:r>
              <a:rPr lang="en-US" sz="2000" b="1" dirty="0" err="1"/>
              <a:t>nltk.download</a:t>
            </a:r>
            <a:r>
              <a:rPr lang="en-US" sz="2000" b="1" dirty="0"/>
              <a:t>('</a:t>
            </a:r>
            <a:r>
              <a:rPr lang="en-US" sz="2000" b="1" dirty="0" err="1"/>
              <a:t>averaged_perceptron_tagger_eng</a:t>
            </a:r>
            <a:r>
              <a:rPr lang="en-US" sz="2000" b="1" dirty="0"/>
              <a:t>')</a:t>
            </a:r>
          </a:p>
          <a:p>
            <a:pPr marL="0" indent="0">
              <a:buNone/>
            </a:pPr>
            <a:r>
              <a:rPr lang="en-US" sz="2000" b="1" dirty="0" err="1"/>
              <a:t>nltk.download</a:t>
            </a:r>
            <a:r>
              <a:rPr lang="en-US" sz="2000" b="1" dirty="0"/>
              <a:t>('</a:t>
            </a:r>
            <a:r>
              <a:rPr lang="en-US" sz="2000" b="1" dirty="0" err="1"/>
              <a:t>universal_tagset</a:t>
            </a:r>
            <a:r>
              <a:rPr lang="en-US" sz="2000" b="1" dirty="0"/>
              <a:t>')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# Sentence for POS tagging</a:t>
            </a:r>
          </a:p>
          <a:p>
            <a:pPr marL="0" indent="0">
              <a:buNone/>
            </a:pPr>
            <a:r>
              <a:rPr lang="en-US" sz="2000" b="1" dirty="0"/>
              <a:t>sentence = "The quick brown fox jumps over the lazy dog"</a:t>
            </a:r>
          </a:p>
          <a:p>
            <a:pPr marL="0" indent="0">
              <a:buNone/>
            </a:pPr>
            <a:r>
              <a:rPr lang="en-US" sz="2000" b="1" dirty="0"/>
              <a:t>words = </a:t>
            </a:r>
            <a:r>
              <a:rPr lang="en-US" sz="2000" b="1" dirty="0" err="1"/>
              <a:t>word_tokenize</a:t>
            </a:r>
            <a:r>
              <a:rPr lang="en-US" sz="2000" b="1" dirty="0"/>
              <a:t>(sentence)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# Perform POS tagging</a:t>
            </a:r>
          </a:p>
          <a:p>
            <a:pPr marL="0" indent="0">
              <a:buNone/>
            </a:pPr>
            <a:r>
              <a:rPr lang="en-US" sz="2000" b="1" dirty="0" err="1"/>
              <a:t>pos_tags</a:t>
            </a:r>
            <a:r>
              <a:rPr lang="en-US" sz="2000" b="1" dirty="0"/>
              <a:t> = </a:t>
            </a:r>
            <a:r>
              <a:rPr lang="en-US" sz="2000" b="1" dirty="0" err="1"/>
              <a:t>nltk.pos_tag</a:t>
            </a:r>
            <a:r>
              <a:rPr lang="en-US" sz="2000" b="1" dirty="0"/>
              <a:t>(words, </a:t>
            </a:r>
            <a:r>
              <a:rPr lang="en-US" sz="2000" b="1" dirty="0" err="1"/>
              <a:t>tagset</a:t>
            </a:r>
            <a:r>
              <a:rPr lang="en-US" sz="2000" b="1" dirty="0"/>
              <a:t>=‘universal’, lang='</a:t>
            </a:r>
            <a:r>
              <a:rPr lang="en-US" sz="2000" b="1" dirty="0" err="1"/>
              <a:t>eng</a:t>
            </a:r>
            <a:r>
              <a:rPr lang="en-US" sz="2000" b="1" dirty="0"/>
              <a:t>')</a:t>
            </a:r>
          </a:p>
          <a:p>
            <a:pPr marL="0" indent="0">
              <a:buNone/>
            </a:pPr>
            <a:r>
              <a:rPr lang="en-US" sz="2000" b="1" dirty="0"/>
              <a:t>print(</a:t>
            </a:r>
            <a:r>
              <a:rPr lang="en-US" sz="2000" b="1" dirty="0" err="1"/>
              <a:t>pos_tags</a:t>
            </a:r>
            <a:r>
              <a:rPr lang="en-US" sz="2000" b="1" dirty="0"/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1C4B55B-CE8D-1B01-B7BE-55404BE85DAA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2622C7-D8F1-A675-4004-1813A49B487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763642D-BCBF-FB1E-30DC-F2A3590E2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018B45-D41A-8AB6-236B-05716634FBB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7094585-5FFB-E6A5-96E6-4B2F3ECF7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92F723-D750-D7E4-7991-0141A569C79A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B2A85A1B-7CC6-0F3C-4A8C-4BE6821F4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C4D9EEC-3402-6645-D01E-AD0ECDC9E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E4FEE4A-FEA2-BAFC-AFE1-7479DDAF15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029" y="2191744"/>
            <a:ext cx="7439439" cy="87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0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EB29-F539-9861-544C-37A0C413D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C66C3-C1BA-7509-3A65-2E295723C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Common POS Tags In NLTK: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84FEC7-B5E5-2730-E1C7-171D378436BA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328299-46D3-2010-3F0E-996D08B876AE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7FDC9BD-5AC0-ABC4-A3B3-20A1090C8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02A82E-3E79-550F-2F5E-A6AAE4E8A8AF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6FD7E0ED-45EF-CF4F-0CAC-CAAAD35AB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EFDA50-EB50-595C-C96B-0523AB8A38C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11F0D18-3485-21B9-6BB8-4B8586484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D800A2A-4F6F-BAB0-C6B4-8257DE525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4C1C00C-B793-BDEF-6895-9690825A1E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5189" y="2351772"/>
            <a:ext cx="8302017" cy="417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927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C124-0FAD-C4F9-ED48-867316A0E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654C6-D31E-F7D2-CF02-F7457EFE2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Common POS Tags In NLTK: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A96C28-3110-C684-B3AF-22FB1E6CD6FF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C63F9A-F9B2-6955-AD65-604998F9C06A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10FDEFC-75B8-9C7D-A4AE-1D1477FE5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883952-D3B4-8F8D-D67C-6C0774ACBB81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19291DA-9D34-A7B4-23D2-B1BA116FA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2293B6B-95E5-EA4D-E8BA-14B41565DCEE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E1079A9-9C37-4298-A399-DA1562DA9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C8877E1-9E28-0BEF-985A-57C8DEB1F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1D0C9FC-58F8-5662-416F-D5958A5E35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3656" y="2301322"/>
            <a:ext cx="777240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193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8B26-29B0-4882-0A71-E9619272F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BB4B1-0EDF-ABEF-06F5-DFC4BCB64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Common POS Tags In NLTK: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537545E-781F-BF7A-1065-0C990BD4C329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6B7CA6-82D1-FE17-23AB-316C870D417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0FD1749-CAC4-BDFE-E7A5-E738A6FC5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28D41B-E472-9AE2-CC92-EB682276C405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7B02E2B-745B-6CA0-4768-D51C9F023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B361C0-553F-896E-2CD6-544FF1EB94F6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4BCEBB2-D934-C5CB-E24D-5423E7344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DF19A99-534D-3A7A-CA54-3A0F7D9D0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767EFB4-B8C8-A270-4A07-995C39AC99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4983" y="2133600"/>
            <a:ext cx="737235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91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3047-5104-1D96-0BF3-AB4B4821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707BC-7D83-DBC5-70CF-FFC294D8A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Common POS Tags In NLTK: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B27F3BC-4BFA-AF85-0651-0A31FB64B823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4AFB9F-57EA-2A96-EAF1-EF0E3AE77FC3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841D44-61FB-56CB-7EA2-39B079E7C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C555B7-5E03-7FCB-5272-781ECE458B6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FE833E1-091A-BCF7-EAF5-4DAE7361E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EFAE90-0F01-E04D-C21A-112BE8EFF295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6AE380DE-E550-BC86-2C24-983250810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37F969A-D728-EA03-3D64-447EC270B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174D736-9CB2-6C63-50AF-9CFD4C8946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7481" y="2528034"/>
            <a:ext cx="8462272" cy="373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010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4384A-F16F-AD77-66B6-A9802823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0D70-2A52-0FC8-9AB5-242E5E98D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Home Task:</a:t>
            </a:r>
          </a:p>
          <a:p>
            <a:pPr marL="0" indent="0">
              <a:buNone/>
            </a:pPr>
            <a:r>
              <a:rPr lang="en-US" b="1" dirty="0"/>
              <a:t> Mini Project </a:t>
            </a:r>
          </a:p>
          <a:p>
            <a:pPr marL="0" indent="0">
              <a:buNone/>
            </a:pPr>
            <a:r>
              <a:rPr lang="en-US" dirty="0"/>
              <a:t>Take a paragraph from </a:t>
            </a:r>
            <a:r>
              <a:rPr lang="en-US" b="1" dirty="0"/>
              <a:t>news or a blog post</a:t>
            </a:r>
            <a:r>
              <a:rPr lang="en-US" dirty="0"/>
              <a:t>.</a:t>
            </a:r>
          </a:p>
          <a:p>
            <a:r>
              <a:rPr lang="en-US" dirty="0"/>
              <a:t>Perform:</a:t>
            </a:r>
          </a:p>
          <a:p>
            <a:pPr lvl="1"/>
            <a:r>
              <a:rPr lang="en-US" dirty="0"/>
              <a:t>Word Tokenization</a:t>
            </a:r>
          </a:p>
          <a:p>
            <a:pPr lvl="1"/>
            <a:r>
              <a:rPr lang="en-US" dirty="0"/>
              <a:t>Lemmatization</a:t>
            </a:r>
          </a:p>
          <a:p>
            <a:pPr lvl="1"/>
            <a:r>
              <a:rPr lang="en-US" dirty="0"/>
              <a:t>POS Tagging</a:t>
            </a:r>
          </a:p>
          <a:p>
            <a:r>
              <a:rPr lang="en-US" dirty="0"/>
              <a:t>Write 4-5 lines on how these preprocessing steps help in </a:t>
            </a:r>
            <a:r>
              <a:rPr lang="en-US" b="1" dirty="0"/>
              <a:t>text analysis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2740D7-77FE-B561-388F-A3D4A44A2594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CD5B8ED-1538-1945-9487-36C234245DF2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A7EDB28-5282-DB12-A00F-D9634DC6D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CD5077B-0B65-62FD-B723-762AE7033832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149C0D3-3447-6DFA-B0A8-BC20D18CC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328CDA-EACD-B8CF-30E7-F13265461D68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F1413AB-75EB-3535-A06A-FF4FA6089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D14DCC-B9ED-980D-6F67-50A6AF259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1813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420313-4D14-4A70-A7AC-836FE2E9F46E}"/>
              </a:ext>
            </a:extLst>
          </p:cNvPr>
          <p:cNvSpPr/>
          <p:nvPr/>
        </p:nvSpPr>
        <p:spPr>
          <a:xfrm>
            <a:off x="831850" y="694944"/>
            <a:ext cx="10528300" cy="54132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32A2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06394-C5CE-42DD-B341-066A6E26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71" y="1526859"/>
            <a:ext cx="9061958" cy="1500188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en-GB" sz="4800" i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F09E0A-6668-4C26-83CB-C97A0AF9773E}"/>
              </a:ext>
            </a:extLst>
          </p:cNvPr>
          <p:cNvCxnSpPr>
            <a:cxnSpLocks/>
          </p:cNvCxnSpPr>
          <p:nvPr/>
        </p:nvCxnSpPr>
        <p:spPr>
          <a:xfrm>
            <a:off x="1558671" y="3484247"/>
            <a:ext cx="92129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3469167-935F-4853-A76C-2FA002B9FDCE}"/>
              </a:ext>
            </a:extLst>
          </p:cNvPr>
          <p:cNvSpPr txBox="1">
            <a:spLocks/>
          </p:cNvSpPr>
          <p:nvPr/>
        </p:nvSpPr>
        <p:spPr>
          <a:xfrm>
            <a:off x="1782572" y="3858962"/>
            <a:ext cx="9061958" cy="1500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235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4384</TotalTime>
  <Words>975</Words>
  <Application>Microsoft Office PowerPoint</Application>
  <PresentationFormat>Widescreen</PresentationFormat>
  <Paragraphs>151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Bahnschrift</vt:lpstr>
      <vt:lpstr>Calibri</vt:lpstr>
      <vt:lpstr>Calibri Light</vt:lpstr>
      <vt:lpstr>quote-cjk-patch</vt:lpstr>
      <vt:lpstr>Wingdings</vt:lpstr>
      <vt:lpstr>Office Theme</vt:lpstr>
      <vt:lpstr>Natural Language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Softsys</cp:lastModifiedBy>
  <cp:revision>94</cp:revision>
  <dcterms:created xsi:type="dcterms:W3CDTF">2024-06-21T09:49:54Z</dcterms:created>
  <dcterms:modified xsi:type="dcterms:W3CDTF">2025-09-27T08:00:56Z</dcterms:modified>
</cp:coreProperties>
</file>