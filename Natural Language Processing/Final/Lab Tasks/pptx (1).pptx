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5" r:id="rId3"/>
    <p:sldId id="282" r:id="rId4"/>
    <p:sldId id="283" r:id="rId5"/>
    <p:sldId id="284" r:id="rId6"/>
    <p:sldId id="285" r:id="rId7"/>
    <p:sldId id="292" r:id="rId8"/>
    <p:sldId id="293" r:id="rId9"/>
    <p:sldId id="294" r:id="rId10"/>
    <p:sldId id="295" r:id="rId11"/>
    <p:sldId id="296" r:id="rId12"/>
    <p:sldId id="274" r:id="rId13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9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pPr/>
              <a:t>9/20/2025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6005" y="3888366"/>
            <a:ext cx="8955024" cy="1153160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Lab 2</a:t>
            </a:r>
          </a:p>
          <a:p>
            <a:r>
              <a:rPr lang="en-GB" sz="4000" b="1" dirty="0">
                <a:solidFill>
                  <a:srgbClr val="F8FAFF"/>
                </a:solidFill>
                <a:latin typeface="quote-cjk-patch"/>
              </a:rPr>
              <a:t>Text Preprocessing- Tokenization</a:t>
            </a:r>
            <a:endParaRPr lang="en-GB" sz="5400" b="1" dirty="0">
              <a:solidFill>
                <a:schemeClr val="bg1"/>
              </a:solidFill>
              <a:latin typeface="quote-cjk-patch"/>
            </a:endParaRPr>
          </a:p>
          <a:p>
            <a:endParaRPr lang="en-GB" sz="40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l"/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4174" y="-1524000"/>
            <a:ext cx="3611690" cy="361169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1459346" y="1196254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8FAFF"/>
                </a:solidFill>
                <a:latin typeface="quote-cjk-patch"/>
              </a:rPr>
              <a:t>Natural Language Processing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643C6-1C68-641E-F177-0D9BD7AA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9522-4C73-D35E-18A3-5FE412C85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43064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Understand text preprocessing techniques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 various tokenization methods (word, sentence, character, n-gram) using Python.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2D05846-7536-AF38-E511-87271C6C43D8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14821C-D022-94F8-BF01-CC82A6F5B7DA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1CDC8EA-8444-BE48-B7B3-9FE6EBFF1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410EAA-8C14-1141-0859-159607499FE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7FA2FD4-2EDE-9CEB-1698-982DF9274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D11AEC-2933-4DA7-3D88-2C48BDE99103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C763F427-432A-9D4C-B8D8-67D5A76FC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B031678-A3F3-B905-B046-E0BCD159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80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782BE-F09A-CF81-CD29-70AECCEC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4DD0-15E7-39BF-7138-604BDE9E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/>
              <a:t>Text Preprocessing in NLP</a:t>
            </a:r>
          </a:p>
          <a:p>
            <a:pPr marL="0" indent="0" fontAlgn="base">
              <a:buNone/>
            </a:pPr>
            <a:r>
              <a:rPr lang="en-US" dirty="0"/>
              <a:t>Text processing involves cleaning and preparing raw text data for further analysis.</a:t>
            </a: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BEDF4C-C0DA-D506-8751-3FA4F601286E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681EB6-1D7D-A825-8267-906F7D33EB5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AFC1A59-A8EE-13DB-BC99-94A683CD3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2D4CD5-2CAF-8417-E62E-1D14FC903466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659F8F1-68C1-5D8E-C585-D4D8C111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CECA2B-5304-CB11-1D5E-C41A0375656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2B6535B-C81C-D7EC-67F7-F2AFC5E19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27724A6-2AC6-8C26-DD62-DCEC56A80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70C82F-7258-A7E3-3835-3E94D73EE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7649" y="3241892"/>
            <a:ext cx="7339606" cy="302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81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75F5-34D2-22D4-E39B-5B505186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57D0A-C9C8-1C8D-51F5-40A5C449D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Tokenization: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Tokenization is a fundamental step in Natural Language Processing (NLP).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involves dividing a Textual input into smaller units known as tokens.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These tokens can be in the form of words</a:t>
            </a:r>
            <a:r>
              <a:rPr lang="en-US"/>
              <a:t>, characters, </a:t>
            </a:r>
            <a:r>
              <a:rPr lang="en-US" dirty="0"/>
              <a:t>or sentences.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8A16DFB-10EB-2108-2DD9-8E3ED818BD54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29E3E4-D7C6-E60E-B4E9-F9B51A4FDD2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ECD8D7E-CA90-4FB7-67FC-B90D27378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5354E0-CF2A-A888-9467-E140E08DF23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2E7CF394-A356-2B8F-6861-9A5093B84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05C442D-AA90-3C8A-B75E-6FD962C876F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93CFC0C-63D3-4EF9-13EB-6494E7468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BD2DB64-B988-4FB5-0F11-968E7560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298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A7FC1-2317-B7F8-61EC-83F0420F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54024-5453-E4DD-CF30-FD77E838C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Types of Tokenization:</a:t>
            </a:r>
          </a:p>
          <a:p>
            <a:pPr marL="0" indent="0">
              <a:buNone/>
            </a:pP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A7770F4-2680-5E38-A72D-100BFF2004F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69CB6A-0FC5-D793-FE57-6018B6E4709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4B4B4F-B591-7E10-8247-CF4F1FA4F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44C662-B07F-158F-4283-586327768D9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1081C56-8839-49CE-44FC-70DCA1626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44ABF16-F283-4848-DCDB-5DDF05CECB4B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F7EEBC4-34B2-FB2E-21AF-93DFAA1F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B661ED-F83D-2B87-BB81-9563ABCF7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9545E11-61DF-3F22-3E51-B38FFD62C6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467" y="2656887"/>
            <a:ext cx="1819275" cy="1000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27196E-D826-CB68-8272-ED91C1824A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7298" y="2628312"/>
            <a:ext cx="2171700" cy="1019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CCE333-1DF0-AAFA-2B6E-69F9063DC2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1470" y="2609261"/>
            <a:ext cx="2257425" cy="10382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60E29B-F808-09E8-5BC2-59E807CE0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1634" y="4698428"/>
            <a:ext cx="2286000" cy="10287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22CC9A-B2F8-9E5F-4F44-43846EB0BD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452" y="4612703"/>
            <a:ext cx="217170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2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88A0-87FD-B09B-13ED-3A097705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92816-07EE-A80E-149E-D8F53F6D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Word Tokenization: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i="1" dirty="0"/>
              <a:t>from </a:t>
            </a:r>
            <a:r>
              <a:rPr lang="en-US" sz="2000" b="1" i="1" dirty="0">
                <a:solidFill>
                  <a:srgbClr val="FFC000"/>
                </a:solidFill>
              </a:rPr>
              <a:t>nltk</a:t>
            </a:r>
            <a:r>
              <a:rPr lang="en-US" sz="2000" i="1" dirty="0"/>
              <a:t> import </a:t>
            </a:r>
            <a:r>
              <a:rPr lang="en-US" sz="2000" i="1" dirty="0">
                <a:solidFill>
                  <a:srgbClr val="FF0000"/>
                </a:solidFill>
              </a:rPr>
              <a:t>word_tokenize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=</a:t>
            </a:r>
            <a:r>
              <a:rPr lang="en-US" sz="2000" i="1" dirty="0">
                <a:solidFill>
                  <a:srgbClr val="0070C0"/>
                </a:solidFill>
              </a:rPr>
              <a:t>'hi everyone! this is my first program in python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for word tokenize. we are learning natural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language processing.'</a:t>
            </a:r>
          </a:p>
          <a:p>
            <a:pPr marL="0" indent="0">
              <a:buNone/>
            </a:pPr>
            <a:r>
              <a:rPr lang="en-US" sz="2000" i="1" dirty="0"/>
              <a:t>word_tokens =</a:t>
            </a:r>
            <a:r>
              <a:rPr lang="en-US" sz="2000" i="1" dirty="0">
                <a:solidFill>
                  <a:srgbClr val="FF0000"/>
                </a:solidFill>
              </a:rPr>
              <a:t>word_tokenize</a:t>
            </a:r>
            <a:r>
              <a:rPr lang="en-US" sz="2000" i="1" dirty="0"/>
              <a:t>(</a:t>
            </a: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)</a:t>
            </a:r>
          </a:p>
          <a:p>
            <a:pPr marL="0" indent="0">
              <a:buNone/>
            </a:pPr>
            <a:r>
              <a:rPr lang="en-US" sz="2000" i="1" dirty="0"/>
              <a:t>print("Word Splitting--&gt;",word_tokens)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95C551-7E4A-5B61-78FE-F018E21E390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D19DD2-1224-1EC4-9E5A-6B8A0D53F793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695296F-D8D2-6ABD-0FB6-4C6B9338A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54B8C9-5416-36DC-D33C-8CF2728DECE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2A4BF1A-A8EC-8B69-8A92-06F7E0FD0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3E61CE-3DEB-D518-21DA-C71DF70560A9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455DAF2-1B24-06B8-EAC1-A93B85567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918E5D-F41F-5150-81B8-BE9D1B785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0732CE9-B071-DC58-ED47-C8CEDE5757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805" y="2354305"/>
            <a:ext cx="3521629" cy="771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D5E69B-12FF-ABB0-BE41-D2395BFA46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3911" y="2239888"/>
            <a:ext cx="7359313" cy="146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4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ED6-87D2-4994-5AC2-F1BC7656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E8CCB-E930-8A14-614D-797017F43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Sentence Tokenization: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i="1" dirty="0"/>
              <a:t>from </a:t>
            </a:r>
            <a:r>
              <a:rPr lang="en-US" sz="2000" b="1" i="1" dirty="0">
                <a:solidFill>
                  <a:srgbClr val="FFC000"/>
                </a:solidFill>
              </a:rPr>
              <a:t>nltk</a:t>
            </a:r>
            <a:r>
              <a:rPr lang="en-US" sz="2000" i="1" dirty="0"/>
              <a:t> import </a:t>
            </a:r>
            <a:r>
              <a:rPr lang="en-US" sz="2000" i="1" dirty="0">
                <a:solidFill>
                  <a:srgbClr val="FF0000"/>
                </a:solidFill>
              </a:rPr>
              <a:t>sent_tokenize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=</a:t>
            </a:r>
            <a:r>
              <a:rPr lang="en-US" sz="2000" i="1" dirty="0">
                <a:solidFill>
                  <a:srgbClr val="0070C0"/>
                </a:solidFill>
              </a:rPr>
              <a:t>'hi everyone! this is my first program in python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for sentence tokenize. we are learning natural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language processing.’</a:t>
            </a:r>
          </a:p>
          <a:p>
            <a:pPr marL="0" indent="0">
              <a:buNone/>
            </a:pPr>
            <a:r>
              <a:rPr lang="en-US" sz="2000" i="1" dirty="0"/>
              <a:t>sent_tokens =</a:t>
            </a:r>
            <a:r>
              <a:rPr lang="en-US" sz="2000" i="1" dirty="0">
                <a:solidFill>
                  <a:srgbClr val="FF0000"/>
                </a:solidFill>
              </a:rPr>
              <a:t>sent_tokenize</a:t>
            </a:r>
            <a:r>
              <a:rPr lang="en-US" sz="2000" i="1" dirty="0"/>
              <a:t>(</a:t>
            </a: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)</a:t>
            </a:r>
          </a:p>
          <a:p>
            <a:pPr marL="0" indent="0">
              <a:buNone/>
            </a:pPr>
            <a:r>
              <a:rPr lang="en-US" sz="2000" i="1" dirty="0"/>
              <a:t>print(“Sentence Splitting--&gt;",sent_tokens)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78B2AF-0DD4-D5F1-A20B-0376DCE7EBCF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95DE69-CC05-EBF1-E849-871293FE9D0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5304BE-6784-79C9-1F1B-43A15195A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B21F7B-B4E3-1EC2-7FC5-18602479CE3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6DEAE4B-7579-BA22-0471-7872B954B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4D52D22-AC24-5C07-F23B-37A98204549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1AC9AE8-AFAD-6482-7BA9-CE84A6702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14D22E-59A0-6019-878B-7BE7FC638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A421830-49ED-2028-5090-5696B0C3C3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805" y="2354305"/>
            <a:ext cx="3521629" cy="7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432462-F205-EB36-B85B-B4D4347DAF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8739" y="2111025"/>
            <a:ext cx="6769191" cy="125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5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B3CE0-5557-C5FB-B792-AAD2F9C6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00F0B-AF69-2DB4-45BE-14F7EDAB1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Character Tokenization: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=</a:t>
            </a:r>
            <a:r>
              <a:rPr lang="en-US" sz="2000" i="1" dirty="0">
                <a:solidFill>
                  <a:srgbClr val="0070C0"/>
                </a:solidFill>
              </a:rPr>
              <a:t>'hi everyone! this is my first program in python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for character tokenize. we are learning natural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language processing.’</a:t>
            </a:r>
          </a:p>
          <a:p>
            <a:pPr marL="0" indent="0">
              <a:buNone/>
            </a:pPr>
            <a:r>
              <a:rPr lang="en-US" sz="2000" i="1" dirty="0"/>
              <a:t>char_tokens =</a:t>
            </a:r>
            <a:r>
              <a:rPr lang="en-US" sz="2000" i="1" dirty="0">
                <a:solidFill>
                  <a:srgbClr val="FF0000"/>
                </a:solidFill>
              </a:rPr>
              <a:t>list</a:t>
            </a:r>
            <a:r>
              <a:rPr lang="en-US" sz="2000" i="1" dirty="0"/>
              <a:t>(</a:t>
            </a: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)</a:t>
            </a:r>
          </a:p>
          <a:p>
            <a:pPr marL="0" indent="0">
              <a:buNone/>
            </a:pPr>
            <a:r>
              <a:rPr lang="en-US" sz="2000" i="1" dirty="0"/>
              <a:t>print("Character Tokens:", char_tokens)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5C8FCC-EB0A-6B44-28E6-E0DFC2722040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59E94A-B3E9-73C9-6C0B-AA0F9AACFB0D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D308F93-296B-3E52-B8AF-328A99AA8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E00AB2-3F91-3FAB-6701-7EB3119BD091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1C9ABB5-7804-6BC4-4C44-7DEDA3FBF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9505AA-DC66-B248-FB41-A444AC7BEB08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CD6C113-541E-63F1-DA5D-9CB6AB96E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4F72FF6-E07F-25BF-3C04-17C0B8F63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BBA3550-4D86-2126-8EEB-2CE10B2904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805" y="2354305"/>
            <a:ext cx="3521629" cy="771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6B7472-505E-4031-2C67-89748403CB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7295" y="1957467"/>
            <a:ext cx="605790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0A73-9472-A0E7-2A37-99011DFA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ABF2C-E67B-583C-DAF7-91E75C5FB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Whitespace Tokenization: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=</a:t>
            </a:r>
            <a:r>
              <a:rPr lang="en-US" sz="2000" i="1" dirty="0">
                <a:solidFill>
                  <a:srgbClr val="0070C0"/>
                </a:solidFill>
              </a:rPr>
              <a:t>'hi everyone! this is my firstprogram inpython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for whitespace tokenize. we are learning natural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language processing.’</a:t>
            </a:r>
          </a:p>
          <a:p>
            <a:pPr marL="0" indent="0">
              <a:buNone/>
            </a:pPr>
            <a:r>
              <a:rPr lang="en-US" sz="2000" i="1" dirty="0"/>
              <a:t>tokens_ws =</a:t>
            </a: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.split()</a:t>
            </a:r>
          </a:p>
          <a:p>
            <a:pPr marL="0" indent="0">
              <a:buNone/>
            </a:pPr>
            <a:r>
              <a:rPr lang="en-US" sz="2000" i="1" dirty="0"/>
              <a:t>print("Whitespace Tokens:", tokens_ws)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A1C247-3C0F-0D98-E82B-E106DB4DDAF9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79357D-DC59-61F5-B764-754B0FF6D9F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7FB313A-4745-A5B1-23FD-DA96E2C81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E728E5-0FFB-A980-A728-D4D1E330BC4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0A2F4AE-57A5-1F14-52E1-6F0552208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D364B1-39C3-D4CC-8668-A3DA190A983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C1BC1A7-5DDE-3B90-3A6D-BB74AB9A4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20409D-4EA2-09DB-25D8-5C25364CB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8707057-1F9B-A328-C309-F4995060EB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805" y="2354305"/>
            <a:ext cx="3521629" cy="7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FFB743-0D03-E105-10BF-F7728B5B92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4694" y="1957467"/>
            <a:ext cx="6482506" cy="116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92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CDAEA-7DE5-F7F1-9329-83B8AF89F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21B7-233E-70B8-4B23-839871DF7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Bigram Tokenization: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from nltk.util import ngrams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from nltk import word_tokenize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=</a:t>
            </a:r>
            <a:r>
              <a:rPr lang="en-US" sz="2000" i="1" dirty="0">
                <a:solidFill>
                  <a:srgbClr val="0070C0"/>
                </a:solidFill>
              </a:rPr>
              <a:t>'hi everyone! this is my first program in python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for whitespace tokenize. we are learning natural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language processing.’</a:t>
            </a:r>
          </a:p>
          <a:p>
            <a:pPr marL="0" indent="0">
              <a:buNone/>
            </a:pPr>
            <a:r>
              <a:rPr lang="en-US" sz="2000" i="1" dirty="0"/>
              <a:t>tokens = word_tokenize(text)</a:t>
            </a:r>
          </a:p>
          <a:p>
            <a:pPr marL="0" indent="0">
              <a:buNone/>
            </a:pPr>
            <a:r>
              <a:rPr lang="en-US" sz="2000" i="1" dirty="0"/>
              <a:t>bigrams = list(ngrams(tokens, 2))</a:t>
            </a:r>
          </a:p>
          <a:p>
            <a:pPr marL="0" indent="0">
              <a:buNone/>
            </a:pPr>
            <a:r>
              <a:rPr lang="en-US" sz="2000" i="1" dirty="0"/>
              <a:t>print("Bigrams:", bigrams)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BE090CD-011D-37B9-15CB-C881CCBD3AE5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113073-BA7E-E0BE-5E50-FF2B2B3C698A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90F1B4E-1631-32AD-E62A-8AF0DFC17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C45AAD-EF40-35AD-2747-95D2C272CB3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D17DBB7-C3FC-AD57-0C17-731B1030D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1F98C9-EC17-7FF3-CBD0-1420912573D4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F3E2FA3-27FF-170D-840F-70F2AB20E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178F14E-FE57-74A0-825D-E20A1D286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5AC546D-4F54-D88D-43EC-147AE12853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3249" y="1900273"/>
            <a:ext cx="683322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2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FDBC6-A631-2907-B462-54C4F2D5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45F29-4B4D-DF7F-AC2F-9FEFC6ABA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70" y="1802148"/>
            <a:ext cx="11582399" cy="489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Trigram Tokenization: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from nltk.util import ngrams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from nltk import word_tokenize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B050"/>
                </a:solidFill>
              </a:rPr>
              <a:t>text</a:t>
            </a:r>
            <a:r>
              <a:rPr lang="en-US" sz="2000" i="1" dirty="0"/>
              <a:t>=</a:t>
            </a:r>
            <a:r>
              <a:rPr lang="en-US" sz="2000" i="1" dirty="0">
                <a:solidFill>
                  <a:srgbClr val="0070C0"/>
                </a:solidFill>
              </a:rPr>
              <a:t>'hi everyone! this is my first program in python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for whitespace tokenize. we are learning natural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0070C0"/>
                </a:solidFill>
              </a:rPr>
              <a:t>language processing.’</a:t>
            </a:r>
          </a:p>
          <a:p>
            <a:pPr marL="0" indent="0">
              <a:buNone/>
            </a:pPr>
            <a:r>
              <a:rPr lang="en-US" sz="2000" i="1" dirty="0"/>
              <a:t>tokens = word_tokenize(text)</a:t>
            </a:r>
          </a:p>
          <a:p>
            <a:pPr marL="0" indent="0">
              <a:buNone/>
            </a:pPr>
            <a:r>
              <a:rPr lang="en-US" sz="2000" i="1" dirty="0"/>
              <a:t>trigrams = list(ngrams(tokens, 3))</a:t>
            </a:r>
          </a:p>
          <a:p>
            <a:pPr marL="0" indent="0">
              <a:buNone/>
            </a:pPr>
            <a:r>
              <a:rPr lang="en-US" sz="2000" i="1" dirty="0"/>
              <a:t>print("Trigrams:", trigrams)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01138-CAE0-8AEE-98D2-91ECE5CF6B8E}"/>
              </a:ext>
            </a:extLst>
          </p:cNvPr>
          <p:cNvGrpSpPr/>
          <p:nvPr/>
        </p:nvGrpSpPr>
        <p:grpSpPr>
          <a:xfrm>
            <a:off x="0" y="437745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03147B-B132-2CDF-51C1-CD697E87C42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8EB53B2-546B-6A04-64C3-76FBAF90C4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BC0DB3-252B-9E4F-E921-6B142671A7FC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FC9E225-79D2-9352-D3AC-AD3CF29B7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86D0AF-78A4-5ED5-B1EC-68B11F8C3420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A32A10C-6E5F-D0DD-FC63-527712C68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7B6F22E-655F-7F55-4B89-BACD9B24F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6537B04-270B-F99A-8302-154BC16E6F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9894" y="1802148"/>
            <a:ext cx="68865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9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20313-4D14-4A70-A7AC-836FE2E9F46E}"/>
              </a:ext>
            </a:extLst>
          </p:cNvPr>
          <p:cNvSpPr/>
          <p:nvPr/>
        </p:nvSpPr>
        <p:spPr>
          <a:xfrm>
            <a:off x="831850" y="694944"/>
            <a:ext cx="10528300" cy="54132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32A2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06394-C5CE-42DD-B341-066A6E26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en-GB" sz="4800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F09E0A-6668-4C26-83CB-C97A0AF9773E}"/>
              </a:ext>
            </a:extLst>
          </p:cNvPr>
          <p:cNvCxnSpPr>
            <a:cxnSpLocks/>
          </p:cNvCxnSpPr>
          <p:nvPr/>
        </p:nvCxnSpPr>
        <p:spPr>
          <a:xfrm>
            <a:off x="1558671" y="3484247"/>
            <a:ext cx="9212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469167-935F-4853-A76C-2FA002B9FDCE}"/>
              </a:ext>
            </a:extLst>
          </p:cNvPr>
          <p:cNvSpPr txBox="1">
            <a:spLocks/>
          </p:cNvSpPr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235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2476</TotalTime>
  <Words>555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</vt:lpstr>
      <vt:lpstr>Calibri</vt:lpstr>
      <vt:lpstr>Calibri Light</vt:lpstr>
      <vt:lpstr>quote-cjk-patch</vt:lpstr>
      <vt:lpstr>Wingdings</vt:lpstr>
      <vt:lpstr>Office Theme</vt:lpstr>
      <vt:lpstr>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Softsys</cp:lastModifiedBy>
  <cp:revision>82</cp:revision>
  <dcterms:created xsi:type="dcterms:W3CDTF">2024-06-21T09:49:54Z</dcterms:created>
  <dcterms:modified xsi:type="dcterms:W3CDTF">2025-09-20T07:53:13Z</dcterms:modified>
</cp:coreProperties>
</file>