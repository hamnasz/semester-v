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9" r:id="rId3"/>
    <p:sldId id="275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74" r:id="rId15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pPr/>
              <a:t>9/13/2025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6005" y="3888366"/>
            <a:ext cx="8955024" cy="1153160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rgbClr val="F8FAFF"/>
                </a:solidFill>
                <a:latin typeface="quote-cjk-patch"/>
              </a:rPr>
              <a:t>Lab -1 </a:t>
            </a:r>
          </a:p>
          <a:p>
            <a:r>
              <a:rPr lang="en-GB" sz="4000" b="1" dirty="0">
                <a:solidFill>
                  <a:srgbClr val="F8FAFF"/>
                </a:solidFill>
                <a:latin typeface="quote-cjk-patch"/>
              </a:rPr>
              <a:t>Introduction to NLP + </a:t>
            </a:r>
            <a:r>
              <a:rPr lang="en-GB" sz="4000" b="1">
                <a:solidFill>
                  <a:srgbClr val="F8FAFF"/>
                </a:solidFill>
                <a:latin typeface="quote-cjk-patch"/>
              </a:rPr>
              <a:t>Python Revision</a:t>
            </a:r>
            <a:endParaRPr lang="en-GB" sz="5400" b="1" dirty="0">
              <a:solidFill>
                <a:schemeClr val="bg1"/>
              </a:solidFill>
              <a:latin typeface="quote-cjk-patch"/>
            </a:endParaRPr>
          </a:p>
          <a:p>
            <a:endParaRPr lang="en-GB" sz="40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l"/>
            <a:endParaRPr lang="en-GB" sz="2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4174" y="-1524000"/>
            <a:ext cx="3611690" cy="3611690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1459346" y="1196254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8FAFF"/>
                </a:solidFill>
                <a:latin typeface="quote-cjk-patch"/>
              </a:rPr>
              <a:t>Natural Language Processing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Name:</a:t>
            </a:r>
            <a:r>
              <a:rPr lang="en-US" sz="2000" dirty="0"/>
              <a:t> Rimsha Rasheed Alvi</a:t>
            </a:r>
            <a:br>
              <a:rPr lang="en-US" sz="2000" dirty="0"/>
            </a:br>
            <a:r>
              <a:rPr lang="en-US" sz="2000" b="1" dirty="0"/>
              <a:t>Program:</a:t>
            </a:r>
            <a:r>
              <a:rPr lang="en-US" sz="2000" dirty="0"/>
              <a:t> Software Engineer</a:t>
            </a:r>
            <a:br>
              <a:rPr lang="en-US" sz="2000" dirty="0"/>
            </a:br>
            <a:r>
              <a:rPr lang="en-US" sz="2000" b="1" dirty="0"/>
              <a:t>Experience:</a:t>
            </a:r>
            <a:r>
              <a:rPr lang="en-US" sz="2000" dirty="0"/>
              <a:t> Lecturer + Web Developer</a:t>
            </a:r>
          </a:p>
          <a:p>
            <a:pPr marL="0" indent="0">
              <a:buNone/>
            </a:pPr>
            <a:r>
              <a:rPr 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For contact: </a:t>
            </a:r>
            <a:r>
              <a:rPr lang="en-US" sz="2000" b="1" i="1" u="sng" dirty="0">
                <a:solidFill>
                  <a:schemeClr val="accent1">
                    <a:lumMod val="7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rimsharasheed.CS@tuf.edu.pk</a:t>
            </a:r>
          </a:p>
          <a:p>
            <a:endParaRPr lang="en-US" sz="23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858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43C6-1C68-641E-F177-0D9BD7AA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59522-4C73-D35E-18A3-5FE412C85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Understand what NLP is and its real-life applications.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Revise Python basics: variables, operators, control structures, loops, and functions.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Write simple Python programs as a foundation for future NLP tasks.</a:t>
            </a: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D05846-7536-AF38-E511-87271C6C43D8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14821C-D022-94F8-BF01-CC82A6F5B7DA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CDC8EA-8444-BE48-B7B3-9FE6EBFF1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410EAA-8C14-1141-0859-159607499FE0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7FA2FD4-2EDE-9CEB-1698-982DF9274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D11AEC-2933-4DA7-3D88-2C48BDE99103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763F427-432A-9D4C-B8D8-67D5A76FC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B031678-A3F3-B905-B046-E0BCD159F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809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782BE-F09A-CF81-CD29-70AECCEC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4DD0-15E7-39BF-7138-604BDE9E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Code Editor 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Google </a:t>
            </a:r>
            <a:r>
              <a:rPr lang="en-US" sz="2800" dirty="0" err="1"/>
              <a:t>colab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 err="1"/>
              <a:t>Jupyter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Anaconda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Thony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BEDF4C-C0DA-D506-8751-3FA4F601286E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681EB6-1D7D-A825-8267-906F7D33EB5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AFC1A59-A8EE-13DB-BC99-94A683CD3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2D4CD5-2CAF-8417-E62E-1D14FC903466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659F8F1-68C1-5D8E-C585-D4D8C111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CECA2B-5304-CB11-1D5E-C41A0375656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2B6535B-C81C-D7EC-67F7-F2AFC5E19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27724A6-2AC6-8C26-DD62-DCEC56A80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381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75F5-34D2-22D4-E39B-5B5051863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57D0A-C9C8-1C8D-51F5-40A5C449D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Introduction to NLP:</a:t>
            </a:r>
          </a:p>
          <a:p>
            <a:pPr marL="0" indent="0">
              <a:buNone/>
            </a:pPr>
            <a:r>
              <a:rPr lang="en-US" dirty="0"/>
              <a:t>Natural Language Processing (NLP) is a branch of Artificial Intelligence (AI) that helps computers understand, interpret, and generate human language.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Chatbots (e.g., ChatGPT)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Google Translate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Sentiment Analysis (positive/negative reviews)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Speech-to-Text systems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8A16DFB-10EB-2108-2DD9-8E3ED818BD54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29E3E4-D7C6-E60E-B4E9-F9B51A4FDD2F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ECD8D7E-CA90-4FB7-67FC-B90D27378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5354E0-CF2A-A888-9467-E140E08DF232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E7CF394-A356-2B8F-6861-9A5093B84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5C442D-AA90-3C8A-B75E-6FD962C876F9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93CFC0C-63D3-4EF9-13EB-6494E7468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BD2DB64-B988-4FB5-0F11-968E7560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2989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A7FC1-2317-B7F8-61EC-83F0420F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54024-5453-E4DD-CF30-FD77E838C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Applications of NLP: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B050"/>
                </a:solidFill>
              </a:rPr>
              <a:t>Text Classification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(Spam detection, News categorization)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Machine Translation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(English to French)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B050"/>
                </a:solidFill>
              </a:rPr>
              <a:t>Speech Recognition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(Siri, Alexa)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Information Extraction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(Extracting phone numbers, emails)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A7770F4-2680-5E38-A72D-100BFF2004F0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69CB6A-0FC5-D793-FE57-6018B6E4709F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4B4B4F-B591-7E10-8247-CF4F1FA4F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44C662-B07F-158F-4283-586327768D9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1081C56-8839-49CE-44FC-70DCA1626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4ABF16-F283-4848-DCDB-5DDF05CECB4B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F7EEBC4-34B2-FB2E-21AF-93DFAA1FD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6B661ED-F83D-2B87-BB81-9563ABCF7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112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88A0-87FD-B09B-13ED-3A097705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92816-07EE-A80E-149E-D8F53F6D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Python Revision:</a:t>
            </a:r>
          </a:p>
          <a:p>
            <a:pPr marL="514350" indent="-514350">
              <a:buAutoNum type="alphaLcParenR"/>
            </a:pPr>
            <a:r>
              <a:rPr lang="en-US" dirty="0">
                <a:solidFill>
                  <a:srgbClr val="00B050"/>
                </a:solidFill>
              </a:rPr>
              <a:t>Variables and Data Types: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B95C551-7E4A-5B61-78FE-F018E21E3909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D19DD2-1224-1EC4-9E5A-6B8A0D53F793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695296F-D8D2-6ABD-0FB6-4C6B9338A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54B8C9-5416-36DC-D33C-8CF2728DECE1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2A4BF1A-A8EC-8B69-8A92-06F7E0FD0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3E61CE-3DEB-D518-21DA-C71DF70560A9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455DAF2-1B24-06B8-EAC1-A93B85567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7918E5D-F41F-5150-81B8-BE9D1B785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E6E0543-C102-7482-DC0A-FC66EF03EA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1118" y="2899936"/>
            <a:ext cx="8005944" cy="322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42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9B0A8-8FBB-3A97-9618-E4C06EE3B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08787-13FA-CA15-E6FC-1D98E3A30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Python Revision: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b) Operators: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E1C0-77C6-53B5-BCE2-590A091BBB5A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948E3C-2D06-ED3E-F79B-CF9FC1BCB8D1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0F1BF5-4293-6A15-91A5-E6610BA21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B3CB0F-D567-3E5D-535A-47D8520E376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C2CA535-5B56-9C38-47A3-265B7B238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4BE6F4-DFB9-32ED-A27C-360CF42E3F6E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6BCB34D-176A-179B-5C3A-23B494D0B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9DBE9A0-50A3-EF63-316A-C35ABE269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F470416-3928-B66A-130A-22E4F3F89E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7748" y="2527984"/>
            <a:ext cx="5766819" cy="399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2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6B26-1798-2400-13F1-8B738CDD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DA803-371A-5161-0F2E-2A2FC28F1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Python Revision: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c) Control Structures: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5FEBBA1-E334-D54F-1EF3-A4C6FB965C0E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921768-702C-7AD9-EB3C-D78E6F0A61E6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800B036-BF38-1745-C343-985F6DF8E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536974-B6FD-BEAA-76D1-FF268757DC83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6498316-72AA-8C69-3B27-3C1E33C3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1280B5-A6B6-EA9A-4356-C63049749AA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18F6BF-7CEF-80E7-24DE-B2EA61C66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551027-0258-81E8-1431-08348DC24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32F6F04-834F-3BC6-C589-80E0D46D3E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0085" y="2537417"/>
            <a:ext cx="4784608" cy="347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4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F4D7-ADA1-396F-B80A-FF58EB67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D2BCF-732C-CBAD-0984-9F9CA8AED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Python Revision: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d) Loops: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B044B47-D476-E378-A476-76947492C862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C19DD0-530E-0C73-42C9-19712F08DB8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B15B1D-AF3E-2EE6-A8E5-5E9BF69D5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85F5CB2-3C44-994A-2BFC-0933EA96CE65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29B4A6E-B1C4-CF38-7904-4F1D7D083F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88A3BC-0F48-F83E-87B6-FA80AE4EFB0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CFB4175-FF30-7199-9E43-F30BFA6AB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6C65227-A8E5-7211-123A-F3129D42C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154C761-427B-E6B2-4984-09766FB47E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9511" y="2315855"/>
            <a:ext cx="5685999" cy="381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258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A5596-6824-FBE4-0462-600E7CFFA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80750-B8DF-42E8-BD6B-B5948E8AF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Python Revision: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e) Functions: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D9CC2A0-4CBA-B8F1-08F3-07B71F8232EA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851272-559E-E9A8-E736-7BBE7C9CF252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2E1AC9-249B-018F-83E5-0A82E5AB3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F59BE8-A94F-B27D-BD17-D1C4A861E578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397FDFD-978E-0763-1148-E38E0B93C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F2DA93-073D-C70F-7F59-1BCB97870D29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358563A-4A11-9DF9-BA05-699C5999D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A94A7D6-7D73-A4CE-4D87-2FA6F1834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6BBD850-6044-CFF9-6333-DE621E7908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5999" y="2702909"/>
            <a:ext cx="8035034" cy="308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60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528EA-A592-42F3-2837-8AD40137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4E70C-E842-9E9A-72DC-9E125B3A7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program to check if a number is even or odd.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function that takes a string and returns it in uppercase.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Print the first 10 natural numbers using a loop.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program to find the largest of three numbers.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program to swap two numbers without using a third 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Take two numbers from the user and print their sum, difference, product, and quotient.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program that checks if a year is a leap year or not.</a:t>
            </a:r>
            <a:endParaRPr lang="en-US" b="1" dirty="0"/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1A78CEA-16AB-C501-EB87-C898B0D79DC0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6AFEF7-8CD9-C044-ABBD-6F8C022905AB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5078CC4-CC82-7244-60F5-7E1DD70D54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8F4CEA-F27C-20D4-CA2F-1B97A19EC98C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883F793-1318-085B-6CEA-D2D3EFA23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DC4A9D-F6F1-919C-2D86-E1BF8753EBD4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5A492AE-223E-348B-C407-4C639CBD1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9473776-E18C-58BD-2858-C8EA7EBD8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1011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341A2-DF72-C2CF-31D8-88ABF4967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CE0E5-35AA-DAFF-672C-475532546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Tasks: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Print the multiplication table of any number entered by the user.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Write a program to remove duplicates from a list.</a:t>
            </a:r>
            <a:endParaRPr lang="en-US" b="1" dirty="0">
              <a:solidFill>
                <a:srgbClr val="00B05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DBF2D9C-CA67-6092-09AF-54DDA804B64A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084085-8F44-7D5F-154A-9DB77427C12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DAEAEA1-D4F8-26DD-02E4-269F35775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E2B1C8-F1B7-C58E-C4B6-2A4DF3917C7C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30EB272-18A4-4DD0-B34F-7D27A6B32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7DA1E1-D9B8-D74E-55B6-E560061E879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3E36408-4A51-E544-1A8C-198801858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1E055FD-178B-DA20-6095-7D4434ADF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9700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420313-4D14-4A70-A7AC-836FE2E9F46E}"/>
              </a:ext>
            </a:extLst>
          </p:cNvPr>
          <p:cNvSpPr/>
          <p:nvPr/>
        </p:nvSpPr>
        <p:spPr>
          <a:xfrm>
            <a:off x="831850" y="694944"/>
            <a:ext cx="10528300" cy="5413248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32A2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906394-C5CE-42DD-B341-066A6E26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71" y="1526859"/>
            <a:ext cx="9061958" cy="1500188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en-GB" sz="4800" i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F09E0A-6668-4C26-83CB-C97A0AF9773E}"/>
              </a:ext>
            </a:extLst>
          </p:cNvPr>
          <p:cNvCxnSpPr>
            <a:cxnSpLocks/>
          </p:cNvCxnSpPr>
          <p:nvPr/>
        </p:nvCxnSpPr>
        <p:spPr>
          <a:xfrm>
            <a:off x="1558671" y="3484247"/>
            <a:ext cx="92129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3469167-935F-4853-A76C-2FA002B9FDCE}"/>
              </a:ext>
            </a:extLst>
          </p:cNvPr>
          <p:cNvSpPr txBox="1">
            <a:spLocks/>
          </p:cNvSpPr>
          <p:nvPr/>
        </p:nvSpPr>
        <p:spPr>
          <a:xfrm>
            <a:off x="1782572" y="3858962"/>
            <a:ext cx="9061958" cy="1500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235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513</Words>
  <Application>Microsoft Office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Bahnschrift</vt:lpstr>
      <vt:lpstr>Calibri</vt:lpstr>
      <vt:lpstr>Calibri Light</vt:lpstr>
      <vt:lpstr>quote-cjk-patch</vt:lpstr>
      <vt:lpstr>Wingdings</vt:lpstr>
      <vt:lpstr>Office Theme</vt:lpstr>
      <vt:lpstr>Natural Language 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Softsys</cp:lastModifiedBy>
  <cp:revision>65</cp:revision>
  <dcterms:created xsi:type="dcterms:W3CDTF">2024-06-21T09:49:54Z</dcterms:created>
  <dcterms:modified xsi:type="dcterms:W3CDTF">2025-09-13T07:56:56Z</dcterms:modified>
</cp:coreProperties>
</file>