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sldIdLst>
    <p:sldId id="292" r:id="rId2"/>
    <p:sldId id="293" r:id="rId3"/>
    <p:sldId id="294" r:id="rId4"/>
    <p:sldId id="295" r:id="rId5"/>
    <p:sldId id="296" r:id="rId6"/>
    <p:sldId id="29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38" autoAdjust="0"/>
  </p:normalViewPr>
  <p:slideViewPr>
    <p:cSldViewPr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C1DD3-2DEE-4E76-A807-837860728F7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F6158-E14D-46BD-8EDB-6C7D957D1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5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4DF0E-25DB-4020-B57D-D15F655DB93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 userDrawn="1"/>
        </p:nvGrpSpPr>
        <p:grpSpPr bwMode="auto">
          <a:xfrm>
            <a:off x="0" y="0"/>
            <a:ext cx="9144000" cy="1116013"/>
            <a:chOff x="0" y="0"/>
            <a:chExt cx="12902105" cy="1115736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902105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x-none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100">
                  <a:solidFill>
                    <a:schemeClr val="bg1"/>
                  </a:solidFill>
                </a:rPr>
                <a:t>unioffaisalabad</a:t>
              </a:r>
            </a:p>
          </p:txBody>
        </p:sp>
        <p:pic>
          <p:nvPicPr>
            <p:cNvPr id="11" name="Graphic 11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3" name="Graphic 13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support-vector-machine-algorithm/" TargetMode="External"/><Relationship Id="rId2" Type="http://schemas.openxmlformats.org/officeDocument/2006/relationships/hyperlink" Target="https://www.geeksforgeeks.org/machine-learning/decision-tre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machine-learning/getting-started-with-transformers/" TargetMode="External"/><Relationship Id="rId4" Type="http://schemas.openxmlformats.org/officeDocument/2006/relationships/hyperlink" Target="https://www.geeksforgeeks.org/machine-learning/introduction-to-recurrent-neural-network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733800"/>
            <a:ext cx="7688222" cy="875254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Natural Language Processing (NLP)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6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6201"/>
            <a:ext cx="7048500" cy="9906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Natural Language Processing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Natural Language Processing (NLP)</a:t>
            </a:r>
            <a:r>
              <a:rPr lang="en-US" dirty="0"/>
              <a:t> enables computers to understand and interpret human language. </a:t>
            </a:r>
          </a:p>
          <a:p>
            <a:pPr algn="just"/>
            <a:r>
              <a:rPr lang="en-US" dirty="0"/>
              <a:t>While computers excel at processing structured data, such as spreadsheets or databases, </a:t>
            </a:r>
          </a:p>
          <a:p>
            <a:pPr algn="just"/>
            <a:r>
              <a:rPr lang="en-US" dirty="0"/>
              <a:t>Natural language in its unstructured form (text, speech, etc.) presents a unique challenge.</a:t>
            </a:r>
          </a:p>
          <a:p>
            <a:pPr algn="just"/>
            <a:r>
              <a:rPr lang="en-US" dirty="0"/>
              <a:t>NLP bridges this gap by allowing machines to process and understand human languages, making it an essential tool in modern AI systems.</a:t>
            </a:r>
          </a:p>
        </p:txBody>
      </p:sp>
    </p:spTree>
    <p:extLst>
      <p:ext uri="{BB962C8B-B14F-4D97-AF65-F5344CB8AC3E}">
        <p14:creationId xmlns:p14="http://schemas.microsoft.com/office/powerpoint/2010/main" val="20845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4771"/>
            <a:ext cx="5562600" cy="1108229"/>
          </a:xfrm>
        </p:spPr>
        <p:txBody>
          <a:bodyPr>
            <a:normAutofit fontScale="90000"/>
          </a:bodyPr>
          <a:lstStyle/>
          <a:p>
            <a:br>
              <a:rPr lang="en-US" sz="3100" b="1" dirty="0">
                <a:latin typeface="+mn-lt"/>
              </a:rPr>
            </a:br>
            <a:r>
              <a:rPr lang="en-US" sz="3100" b="1" dirty="0">
                <a:solidFill>
                  <a:schemeClr val="bg1"/>
                </a:solidFill>
                <a:latin typeface="+mn-lt"/>
              </a:rPr>
              <a:t>Need for Natural Language Processing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growing amount of unstructured natural language data in the world makes it increasingly important for machines to comprehend and analyze it effectively. </a:t>
            </a:r>
          </a:p>
          <a:p>
            <a:pPr algn="just"/>
            <a:r>
              <a:rPr lang="en-US" dirty="0"/>
              <a:t>By training NLP models, we can equip computers to process language data in a variety of forms, from written text to voice input.</a:t>
            </a:r>
          </a:p>
          <a:p>
            <a:pPr algn="just"/>
            <a:r>
              <a:rPr lang="en-US" dirty="0"/>
              <a:t> With centuries of human-written literature and massive data available, it’s vital to teach computers to interpret that wealth of information. </a:t>
            </a:r>
          </a:p>
          <a:p>
            <a:pPr algn="just"/>
            <a:r>
              <a:rPr lang="en-US" dirty="0"/>
              <a:t>However, this task comes with significant challenges, such as resolving ambiguities in meaning, Named-Entity Recognition (NER)</a:t>
            </a:r>
          </a:p>
        </p:txBody>
      </p:sp>
    </p:spTree>
    <p:extLst>
      <p:ext uri="{BB962C8B-B14F-4D97-AF65-F5344CB8AC3E}">
        <p14:creationId xmlns:p14="http://schemas.microsoft.com/office/powerpoint/2010/main" val="208127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229350" cy="114299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n-lt"/>
              </a:rPr>
              <a:t>Techniques Used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9200"/>
            <a:ext cx="7886700" cy="4957763"/>
          </a:xfrm>
        </p:spPr>
        <p:txBody>
          <a:bodyPr>
            <a:normAutofit fontScale="92500" lnSpcReduction="10000"/>
          </a:bodyPr>
          <a:lstStyle/>
          <a:p>
            <a:pPr algn="just" fontAlgn="base"/>
            <a:r>
              <a:rPr lang="en-US" sz="3000" dirty="0"/>
              <a:t>NLP techniques can be broadly categorized into two approaches:</a:t>
            </a:r>
          </a:p>
          <a:p>
            <a:pPr algn="just" fontAlgn="base"/>
            <a:r>
              <a:rPr lang="en-US" sz="3000" b="1" dirty="0"/>
              <a:t>Rule-based Methods</a:t>
            </a:r>
            <a:r>
              <a:rPr lang="en-US" sz="3000" dirty="0"/>
              <a:t>: These involve manually created rules and heuristics to process language data. For example, defining patterns in language to extract meaning.</a:t>
            </a:r>
          </a:p>
          <a:p>
            <a:pPr algn="just" fontAlgn="base"/>
            <a:r>
              <a:rPr lang="en-US" sz="3000" b="1" dirty="0"/>
              <a:t>Machine Learning (ML) and Deep Learning (DL)</a:t>
            </a:r>
            <a:r>
              <a:rPr lang="en-US" sz="3000" dirty="0"/>
              <a:t>: These involve using algorithms to automatically learn from data and improve over time. ML models such as </a:t>
            </a:r>
            <a:r>
              <a:rPr lang="en-US" sz="3000" b="1" u="sng" dirty="0">
                <a:hlinkClick r:id="rId2"/>
              </a:rPr>
              <a:t>decision trees</a:t>
            </a:r>
            <a:r>
              <a:rPr lang="en-US" sz="3000" dirty="0"/>
              <a:t>, </a:t>
            </a:r>
            <a:r>
              <a:rPr lang="en-US" sz="3000" b="1" u="sng" dirty="0">
                <a:hlinkClick r:id="rId3"/>
              </a:rPr>
              <a:t>support vector machines</a:t>
            </a:r>
            <a:r>
              <a:rPr lang="en-US" sz="3000" dirty="0"/>
              <a:t>, and deep learning models like </a:t>
            </a:r>
            <a:r>
              <a:rPr lang="en-US" sz="3000" b="1" u="sng" dirty="0">
                <a:hlinkClick r:id="rId4"/>
              </a:rPr>
              <a:t>recurrent neural networks (RNNs) </a:t>
            </a:r>
            <a:r>
              <a:rPr lang="en-US" sz="3000" dirty="0"/>
              <a:t>and </a:t>
            </a:r>
            <a:r>
              <a:rPr lang="en-US" sz="3000" b="1" u="sng" dirty="0">
                <a:hlinkClick r:id="rId5"/>
              </a:rPr>
              <a:t>transformers</a:t>
            </a:r>
            <a:r>
              <a:rPr lang="en-US" sz="3000" dirty="0"/>
              <a:t> are commonly used in modern NLP.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22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6915150" cy="762001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chemeClr val="bg1"/>
                </a:solidFill>
                <a:latin typeface="+mn-lt"/>
              </a:rPr>
            </a:br>
            <a:r>
              <a:rPr lang="en-US" sz="4000" b="1" dirty="0">
                <a:solidFill>
                  <a:schemeClr val="bg1"/>
                </a:solidFill>
                <a:latin typeface="+mn-lt"/>
              </a:rPr>
              <a:t>Applications of NLP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Speech Recognition</a:t>
            </a:r>
            <a:r>
              <a:rPr lang="en-US" dirty="0"/>
              <a:t>: Converting spoken language into text, which powers voice assistants like </a:t>
            </a:r>
            <a:r>
              <a:rPr lang="en-US" dirty="0" err="1"/>
              <a:t>Siri</a:t>
            </a:r>
            <a:r>
              <a:rPr lang="en-US" dirty="0"/>
              <a:t> and </a:t>
            </a:r>
            <a:r>
              <a:rPr lang="en-US" dirty="0" err="1"/>
              <a:t>Alexa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Language Translation</a:t>
            </a:r>
            <a:r>
              <a:rPr lang="en-US" dirty="0"/>
              <a:t>: Automatically translating text from one language to another (e.g., Google Translate).</a:t>
            </a:r>
          </a:p>
          <a:p>
            <a:pPr fontAlgn="base"/>
            <a:r>
              <a:rPr lang="en-US" b="1" dirty="0" err="1"/>
              <a:t>Chatbots</a:t>
            </a:r>
            <a:r>
              <a:rPr lang="en-US" b="1" dirty="0"/>
              <a:t> and Virtual Assistants</a:t>
            </a:r>
            <a:r>
              <a:rPr lang="en-US" dirty="0"/>
              <a:t>: Understanding and responding to user queries in natural language (e.g., customer support).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12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740"/>
            <a:ext cx="5257800" cy="114373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Applications of NLP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Text Summarization</a:t>
            </a:r>
            <a:r>
              <a:rPr lang="en-US" dirty="0"/>
              <a:t>: Condensing long documents into shorter summaries without losing important information.</a:t>
            </a:r>
          </a:p>
          <a:p>
            <a:pPr fontAlgn="base"/>
            <a:r>
              <a:rPr lang="en-US" b="1" dirty="0"/>
              <a:t>Sentiment Analysis</a:t>
            </a:r>
            <a:r>
              <a:rPr lang="en-US" dirty="0"/>
              <a:t>: Understanding opinions expressed in text, which is useful in social media monitoring, product reviews, and customer feedback analysis.</a:t>
            </a:r>
          </a:p>
          <a:p>
            <a:pPr fontAlgn="base"/>
            <a:r>
              <a:rPr lang="en-US" b="1" dirty="0"/>
              <a:t>Information Retrieval</a:t>
            </a:r>
            <a:r>
              <a:rPr lang="en-US" dirty="0"/>
              <a:t>: Enhancing search engines by interpreting and matching search queries with relevant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431826"/>
      </p:ext>
    </p:extLst>
  </p:cSld>
  <p:clrMapOvr>
    <a:masterClrMapping/>
  </p:clrMapOvr>
</p:sld>
</file>

<file path=ppt/theme/theme1.xml><?xml version="1.0" encoding="utf-8"?>
<a:theme xmlns:a="http://schemas.openxmlformats.org/drawingml/2006/main" name="tuf Presentation option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tuf Presentation option 2</Template>
  <TotalTime>537</TotalTime>
  <Words>402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tuf Presentation option 2</vt:lpstr>
      <vt:lpstr>Natural Language Processing (NLP)</vt:lpstr>
      <vt:lpstr>Natural Language Processing</vt:lpstr>
      <vt:lpstr> Need for Natural Language Processing </vt:lpstr>
      <vt:lpstr>Techniques Used in NLP</vt:lpstr>
      <vt:lpstr> Applications of NLP </vt:lpstr>
      <vt:lpstr> Applications of NLP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anwar</dc:creator>
  <cp:lastModifiedBy>Saima Kanwal</cp:lastModifiedBy>
  <cp:revision>91</cp:revision>
  <dcterms:created xsi:type="dcterms:W3CDTF">2020-01-13T02:53:29Z</dcterms:created>
  <dcterms:modified xsi:type="dcterms:W3CDTF">2025-09-02T07:55:35Z</dcterms:modified>
</cp:coreProperties>
</file>