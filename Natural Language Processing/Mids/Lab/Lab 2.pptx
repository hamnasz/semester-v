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3" r:id="rId2"/>
    <p:sldId id="275" r:id="rId3"/>
    <p:sldId id="282" r:id="rId4"/>
    <p:sldId id="283" r:id="rId5"/>
    <p:sldId id="284" r:id="rId6"/>
    <p:sldId id="285" r:id="rId7"/>
    <p:sldId id="286" r:id="rId8"/>
    <p:sldId id="287" r:id="rId9"/>
    <p:sldId id="288" r:id="rId10"/>
    <p:sldId id="289" r:id="rId11"/>
    <p:sldId id="290" r:id="rId12"/>
    <p:sldId id="291" r:id="rId13"/>
  </p:sldIdLst>
  <p:sldSz cx="12192000" cy="6858000"/>
  <p:notesSz cx="6858000" cy="9144000"/>
  <p:defaultTextStyle>
    <a:defPPr>
      <a:defRPr lang="x-non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32A2A"/>
    <a:srgbClr val="C00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103" autoAdjust="0"/>
    <p:restoredTop sz="94660"/>
  </p:normalViewPr>
  <p:slideViewPr>
    <p:cSldViewPr snapToGrid="0">
      <p:cViewPr varScale="1">
        <p:scale>
          <a:sx n="70" d="100"/>
          <a:sy n="70" d="100"/>
        </p:scale>
        <p:origin x="496" y="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F304D-9FBF-4B4D-AB5C-790149BB44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0C0F5D-325B-4660-8632-EBB9EC084D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BC7CD5-CB98-4F1C-8F4E-14A8F9EE1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pPr/>
              <a:t>28/09/2025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A69AAB-D032-4740-999C-6FECB3BEC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F2CE2C-3FF8-4ED5-9A0F-6E35B87E8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683214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11BF5-D802-48A8-8681-E64C843E4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563E54-C420-46A7-95A3-D26D99CE95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E21E6C-72DA-4925-94EE-0D245623B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pPr/>
              <a:t>28/09/2025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16D8A9-019D-413B-8A1E-F14D6EE35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50099F-8C38-444A-A7F8-21336A623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175964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43EB3-C47B-49A1-BB67-347B61A6D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E9B96-3C04-415D-86F4-32630CB36F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7AA9B9-E771-49B5-9E2D-06EAF24C1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pPr/>
              <a:t>28/09/2025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E7F1A7-FFC1-4BDE-908E-7A849372F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E47FAB-5890-41CE-8DA9-CB5788221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464982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98E66-B67C-4351-89B6-A169553C0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791AA4-B785-4E02-B612-05E57B25A9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10E598-0767-477D-B9E8-2BCCF5C511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6D8C23-6B26-4B19-BEEB-7AEFC2A18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pPr/>
              <a:t>28/09/2025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CB8FE9-ABD0-4AA5-986C-BC29ECC4F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7F8042-F61C-495E-8C35-E7989AA7E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5619730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21205-E47B-4E88-8DFD-1C6071B7A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64C0F1-91A6-4158-8855-0C72083701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AB615B-6DBF-4632-94D0-3791085A6C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CB3133-8FE9-4883-B870-D642C1DF03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8078B5-E153-4D81-A163-C758FDB897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D200C8-3958-4AE2-85B4-16A6511DD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pPr/>
              <a:t>28/09/2025</a:t>
            </a:fld>
            <a:endParaRPr lang="x-non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253149-4D4C-46D5-8100-4A3D9F41B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B7D50A-B373-419E-9BDA-973DC1118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2766287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3C455-2666-47C6-BF3E-44EE0A290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CDB8A3-54C9-4DF0-AF58-847CC781E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pPr/>
              <a:t>28/09/2025</a:t>
            </a:fld>
            <a:endParaRPr lang="x-non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3A80F5-1CBF-45BD-A6AD-6BE98C141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E03123-314A-4412-8618-E5C45344E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2143271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FC5179-D82F-40FA-BF21-7AA507CE0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pPr/>
              <a:t>28/09/2025</a:t>
            </a:fld>
            <a:endParaRPr lang="x-non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CC15DB-F842-49C3-B55B-A16E38843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FDBBF2-4194-4BEA-AC76-A5704F3BB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140227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38F8C-D3DE-403C-AF37-746C3367B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DF2B9D-4546-43D6-91C9-FFB86CF4EA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656608-3C52-495D-A214-A55C36D003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98E0AF-DD29-4C26-82C8-ACF8330BE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pPr/>
              <a:t>28/09/2025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C35345-7A18-4D42-9681-50058B9D5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B22563-5A9D-4035-99DC-A96787B7B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2212643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E83F7-E36A-48E5-8DCA-087E21BBE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2A8EBF-99DA-4706-BCCE-9EBA54596A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4EF8FC-B1A6-401C-9069-13842D8C8A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A73258-FD4E-43EE-BF6C-3DADDEA90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pPr/>
              <a:t>28/09/2025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0AB588-D788-4246-8BC5-FC3FB7485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FFFD2F-0AC3-4390-8990-6C3DDE552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916293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9B165-E271-4702-AC6D-63BC723EA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55CA41-5CBD-4E65-95AA-B3EFB8BD3B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9ACED0-31DD-4C4F-B63A-02250626E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pPr/>
              <a:t>28/09/2025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95553D-FD7D-4432-BC5C-F78462D73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E46CDF-12B4-4900-A154-E219D22E9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57631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B29BF1E-BE8B-4353-B936-AE8071F91C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322873-176A-4EA9-9941-DC9941F475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35E231-43A9-48DA-833A-A8750A6CA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pPr/>
              <a:t>28/09/2025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B07A8C-6932-4260-BAAA-DBE1B1288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FE6F17-3B9F-4C75-98BF-F79F5D018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2108414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339B51-54CA-49F5-8966-F46D83C42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19CFAA-AD75-4697-91AC-85CEC6C6B2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127230-2512-4F28-A281-14854D1474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37A82C-AEEE-48DB-A866-3B1CA0AC9D5D}" type="datetimeFigureOut">
              <a:rPr lang="x-none" smtClean="0"/>
              <a:pPr/>
              <a:t>28/09/2025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D06234-7A7A-4EED-8F6D-3D8EBC2D1F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549BF4-1286-4C31-9FB5-ED9DDFE1E6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9F7D7-3C9C-4146-9FA1-B77DEB44278D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0133889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BEF21E1-2D98-4671-AEAF-A201BC9C40D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32A2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406DBB-5AF5-48F8-9377-D0A0ACE9B1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86005" y="3888366"/>
            <a:ext cx="8955024" cy="1153160"/>
          </a:xfrm>
        </p:spPr>
        <p:txBody>
          <a:bodyPr>
            <a:noAutofit/>
          </a:bodyPr>
          <a:lstStyle/>
          <a:p>
            <a:r>
              <a:rPr lang="en-GB" sz="4000" b="1" dirty="0">
                <a:solidFill>
                  <a:srgbClr val="F8FAFF"/>
                </a:solidFill>
                <a:latin typeface="quote-cjk-patch"/>
              </a:rPr>
              <a:t>Lab -1 </a:t>
            </a:r>
          </a:p>
          <a:p>
            <a:r>
              <a:rPr lang="en-GB" sz="4000" b="1" dirty="0">
                <a:solidFill>
                  <a:srgbClr val="F8FAFF"/>
                </a:solidFill>
                <a:latin typeface="quote-cjk-patch"/>
              </a:rPr>
              <a:t>Introduction to NLP + </a:t>
            </a:r>
            <a:r>
              <a:rPr lang="en-GB" sz="4000" b="1">
                <a:solidFill>
                  <a:srgbClr val="F8FAFF"/>
                </a:solidFill>
                <a:latin typeface="quote-cjk-patch"/>
              </a:rPr>
              <a:t>Python Revision</a:t>
            </a:r>
            <a:endParaRPr lang="en-GB" sz="5400" b="1" dirty="0">
              <a:solidFill>
                <a:schemeClr val="bg1"/>
              </a:solidFill>
              <a:latin typeface="quote-cjk-patch"/>
            </a:endParaRPr>
          </a:p>
          <a:p>
            <a:endParaRPr lang="en-GB" sz="4000" b="1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algn="l"/>
            <a:endParaRPr lang="en-GB" sz="2800" b="1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1C869FE1-C1C4-48A8-AA9E-99CAE025BE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04174" y="-1524000"/>
            <a:ext cx="3611690" cy="3611690"/>
          </a:xfrm>
          <a:prstGeom prst="rect">
            <a:avLst/>
          </a:prstGeom>
        </p:spPr>
      </p:pic>
      <p:sp>
        <p:nvSpPr>
          <p:cNvPr id="7" name="Title 6"/>
          <p:cNvSpPr>
            <a:spLocks noGrp="1"/>
          </p:cNvSpPr>
          <p:nvPr>
            <p:ph type="ctrTitle"/>
          </p:nvPr>
        </p:nvSpPr>
        <p:spPr>
          <a:xfrm>
            <a:off x="1459346" y="1196254"/>
            <a:ext cx="9144000" cy="2387600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F8FAFF"/>
                </a:solidFill>
                <a:latin typeface="quote-cjk-patch"/>
              </a:rPr>
              <a:t>Natural Language Processing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47964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643C6-1C68-641E-F177-0D9BD7AA9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F59522-4C73-D35E-18A3-5FE412C856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070" y="1802148"/>
            <a:ext cx="11582399" cy="48901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Objectives: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Understand what NLP is and its real-life applications.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Revise Python basics: variables, operators, control structures, loops, and functions.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Write simple Python programs as a foundation for future NLP tasks.</a:t>
            </a:r>
            <a:endParaRPr lang="en-US" b="1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2D05846-7536-AF38-E511-87271C6C43D8}"/>
              </a:ext>
            </a:extLst>
          </p:cNvPr>
          <p:cNvGrpSpPr/>
          <p:nvPr/>
        </p:nvGrpSpPr>
        <p:grpSpPr>
          <a:xfrm>
            <a:off x="0" y="437745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114821C-D022-94F8-BF01-CC82A6F5B7DA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21CDC8EA-8444-BE48-B7B3-9FE6EBFF144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4410EAA-8C14-1141-0859-159607499FE0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47FA2FD4-2EDE-9CEB-1698-982DF927404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FD11AEC-2933-4DA7-3D88-2C48BDE99103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C763F427-432A-9D4C-B8D8-67D5A76FC8F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4B031678-A3F3-B905-B046-E0BCD159F4F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980931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782BE-F09A-CF81-CD29-70AECCECC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CD4DD0-15E7-39BF-7138-604BDE9E6B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070" y="1802148"/>
            <a:ext cx="11582399" cy="48901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Code Editor  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/>
              <a:t>Google </a:t>
            </a:r>
            <a:r>
              <a:rPr lang="en-US" sz="2800" dirty="0" err="1"/>
              <a:t>colab</a:t>
            </a:r>
            <a:endParaRPr lang="en-US" sz="28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 err="1"/>
              <a:t>Jupyter</a:t>
            </a:r>
            <a:endParaRPr lang="en-US" sz="28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/>
              <a:t>Anaconda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/>
              <a:t>Thony 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FABEDF4C-C0DA-D506-8751-3FA4F601286E}"/>
              </a:ext>
            </a:extLst>
          </p:cNvPr>
          <p:cNvGrpSpPr/>
          <p:nvPr/>
        </p:nvGrpSpPr>
        <p:grpSpPr>
          <a:xfrm>
            <a:off x="0" y="437745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4681EB6-1D7D-A825-8267-906F7D33EB50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9AFC1A59-A8EE-13DB-BC99-94A683CD38B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82D4CD5-2CAF-8417-E62E-1D14FC903466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4659F8F1-68C1-5D8E-C585-D4D8C1115D9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2CECA2B-5304-CB11-1D5E-C41A0375656D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E2B6535B-C81C-D7EC-67F7-F2AFC5E1908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F27724A6-2AC6-8C26-DD62-DCEC56A80A6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638103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D375F5-34D2-22D4-E39B-5B5051863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A57D0A-C9C8-1C8D-51F5-40A5C449D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070" y="1802148"/>
            <a:ext cx="11582399" cy="48901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Introduction to NLP:</a:t>
            </a:r>
          </a:p>
          <a:p>
            <a:pPr marL="0" indent="0">
              <a:buNone/>
            </a:pPr>
            <a:r>
              <a:rPr lang="en-US" dirty="0"/>
              <a:t>Natural Language Processing (NLP) is a branch of Artificial Intelligence (AI) that helps computers understand, interpret, and generate human language.</a:t>
            </a:r>
          </a:p>
          <a:p>
            <a:pPr marL="0" indent="0">
              <a:buNone/>
            </a:pPr>
            <a:r>
              <a:rPr lang="en-US" b="1" dirty="0"/>
              <a:t>Examples:</a:t>
            </a:r>
            <a:endParaRPr lang="en-US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/>
              <a:t>Chatbots (e.g., ChatGPT)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/>
              <a:t>Google Translate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/>
              <a:t>Sentiment Analysis (positive/negative reviews)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/>
              <a:t>Speech-to-Text systems</a:t>
            </a:r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8A16DFB-10EB-2108-2DD9-8E3ED818BD54}"/>
              </a:ext>
            </a:extLst>
          </p:cNvPr>
          <p:cNvGrpSpPr/>
          <p:nvPr/>
        </p:nvGrpSpPr>
        <p:grpSpPr>
          <a:xfrm>
            <a:off x="0" y="437745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229E3E4-D7C6-E60E-B4E9-F9B51A4FDD2F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4ECD8D7E-CA90-4FB7-67FC-B90D2737891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95354E0-CF2A-A888-9467-E140E08DF232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2E7CF394-A356-2B8F-6861-9A5093B84B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05C442D-AA90-3C8A-B75E-6FD962C876F9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193CFC0C-63D3-4EF9-13EB-6494E74689B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8BD2DB64-B988-4FB5-0F11-968E75602AA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729894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6A7FC1-2317-B7F8-61EC-83F0420F8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A54024-5453-E4DD-CF30-FD77E838C4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070" y="1802148"/>
            <a:ext cx="11582399" cy="48901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Applications of NLP: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B050"/>
                </a:solidFill>
              </a:rPr>
              <a:t>Text Classification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/>
              <a:t>(Spam detection, News categorization)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Machine Translation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/>
              <a:t>(English to French)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B050"/>
                </a:solidFill>
              </a:rPr>
              <a:t>Speech Recognition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/>
              <a:t>(Siri, Alexa)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Information Extraction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/>
              <a:t>(Extracting phone numbers, emails)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A7770F4-2680-5E38-A72D-100BFF2004F0}"/>
              </a:ext>
            </a:extLst>
          </p:cNvPr>
          <p:cNvGrpSpPr/>
          <p:nvPr/>
        </p:nvGrpSpPr>
        <p:grpSpPr>
          <a:xfrm>
            <a:off x="0" y="437745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169CB6A-0FC5-D793-FE57-6018B6E4709F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634B4B4F-B591-7E10-8247-CF4F1FA4F6D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B44C662-B07F-158F-4283-586327768D99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91081C56-8839-49CE-44FC-70DCA16264F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44ABF16-F283-4848-DCDB-5DDF05CECB4B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3F7EEBC4-34B2-FB2E-21AF-93DFAA1FD67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86B661ED-F83D-2B87-BB81-9563ABCF7E0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511226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188A0-87FD-B09B-13ED-3A0977054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B92816-07EE-A80E-149E-D8F53F6D0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070" y="1802148"/>
            <a:ext cx="11582399" cy="48901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Python Revision:</a:t>
            </a:r>
          </a:p>
          <a:p>
            <a:pPr marL="514350" indent="-514350">
              <a:buAutoNum type="alphaLcParenR"/>
            </a:pPr>
            <a:r>
              <a:rPr lang="en-US" dirty="0">
                <a:solidFill>
                  <a:srgbClr val="00B050"/>
                </a:solidFill>
              </a:rPr>
              <a:t>Variables and Data Types:</a:t>
            </a:r>
          </a:p>
          <a:p>
            <a:pPr marL="0" indent="0">
              <a:buNone/>
            </a:pPr>
            <a:endParaRPr lang="en-US" b="1" dirty="0">
              <a:solidFill>
                <a:srgbClr val="00B050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B95C551-7E4A-5B61-78FE-F018E21E3909}"/>
              </a:ext>
            </a:extLst>
          </p:cNvPr>
          <p:cNvGrpSpPr/>
          <p:nvPr/>
        </p:nvGrpSpPr>
        <p:grpSpPr>
          <a:xfrm>
            <a:off x="0" y="437745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3D19DD2-1224-1EC4-9E5A-6B8A0D53F793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E695296F-D8D2-6ABD-0FB6-4C6B9338A5D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854B8C9-5416-36DC-D33C-8CF2728DECE1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82A4BF1A-A8EC-8B69-8A92-06F7E0FD0E4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93E61CE-3DEB-D518-21DA-C71DF70560A9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9455DAF2-1B24-06B8-EAC1-A93B85567DE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D7918E5D-F41F-5150-81B8-BE9D1B78546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FE6E0543-C102-7482-DC0A-FC66EF03EAE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21118" y="2899936"/>
            <a:ext cx="8005944" cy="3227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5427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B9B0A8-8FBB-3A97-9618-E4C06EE3B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E08787-13FA-CA15-E6FC-1D98E3A302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070" y="1802148"/>
            <a:ext cx="11582399" cy="48901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Python Revision: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B050"/>
                </a:solidFill>
              </a:rPr>
              <a:t>b) Operators: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867E1C0-77C6-53B5-BCE2-590A091BBB5A}"/>
              </a:ext>
            </a:extLst>
          </p:cNvPr>
          <p:cNvGrpSpPr/>
          <p:nvPr/>
        </p:nvGrpSpPr>
        <p:grpSpPr>
          <a:xfrm>
            <a:off x="0" y="437745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F948E3C-2D06-ED3E-F79B-CF9FC1BCB8D1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710F1BF5-4293-6A15-91A5-E6610BA21C4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8B3CB0F-D567-3E5D-535A-47D8520E3769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1C2CA535-5B56-9C38-47A3-265B7B2383C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A4BE6F4-DFB9-32ED-A27C-360CF42E3F6E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26BCB34D-176A-179B-5C3A-23B494D0B78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39DBE9A0-50A3-EF63-316A-C35ABE26929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9F470416-3928-B66A-130A-22E4F3F89E4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67748" y="2527984"/>
            <a:ext cx="5766819" cy="3995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4283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126B26-1798-2400-13F1-8B738CDDF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4DA803-371A-5161-0F2E-2A2FC28F15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070" y="1802148"/>
            <a:ext cx="11582399" cy="48901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Python Revision: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B050"/>
                </a:solidFill>
              </a:rPr>
              <a:t>c) Control Structures:</a:t>
            </a:r>
          </a:p>
          <a:p>
            <a:pPr marL="0" indent="0">
              <a:buNone/>
            </a:pPr>
            <a:endParaRPr lang="en-US" b="1" dirty="0">
              <a:solidFill>
                <a:srgbClr val="00B050"/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rgbClr val="00B050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5FEBBA1-E334-D54F-1EF3-A4C6FB965C0E}"/>
              </a:ext>
            </a:extLst>
          </p:cNvPr>
          <p:cNvGrpSpPr/>
          <p:nvPr/>
        </p:nvGrpSpPr>
        <p:grpSpPr>
          <a:xfrm>
            <a:off x="0" y="437745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1921768-702C-7AD9-EB3C-D78E6F0A61E6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800B036-BF38-1745-C343-985F6DF8E10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4536974-B6FD-BEAA-76D1-FF268757DC83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C6498316-72AA-8C69-3B27-3C1E33C326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61280B5-A6B6-EA9A-4356-C63049749AAC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5018F6BF-7CEF-80E7-24DE-B2EA61C6684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44551027-0258-81E8-1431-08348DC24EE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932F6F04-834F-3BC6-C589-80E0D46D3E1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00085" y="2537417"/>
            <a:ext cx="4784608" cy="3478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5412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E5F4D7-ADA1-396F-B80A-FF58EB67F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5D2BCF-732C-CBAD-0984-9F9CA8AEDA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070" y="1802148"/>
            <a:ext cx="11582399" cy="48901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Python Revision: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B050"/>
                </a:solidFill>
              </a:rPr>
              <a:t>d) Loops:</a:t>
            </a:r>
          </a:p>
          <a:p>
            <a:pPr marL="0" indent="0">
              <a:buNone/>
            </a:pPr>
            <a:endParaRPr lang="en-US" b="1" dirty="0">
              <a:solidFill>
                <a:srgbClr val="00B050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B044B47-D476-E378-A476-76947492C862}"/>
              </a:ext>
            </a:extLst>
          </p:cNvPr>
          <p:cNvGrpSpPr/>
          <p:nvPr/>
        </p:nvGrpSpPr>
        <p:grpSpPr>
          <a:xfrm>
            <a:off x="0" y="437745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EC19DD0-530E-0C73-42C9-19712F08DB84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32B15B1D-AF3E-2EE6-A8E5-5E9BF69D5D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85F5CB2-3C44-994A-2BFC-0933EA96CE65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A29B4A6E-B1C4-CF38-7904-4F1D7D083FE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588A3BC-0F48-F83E-87B6-FA80AE4EFB0C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4CFB4175-FF30-7199-9E43-F30BFA6AB20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06C65227-A8E5-7211-123A-F3129D42C53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1154C761-427B-E6B2-4984-09766FB47E8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89511" y="2315855"/>
            <a:ext cx="5685999" cy="3812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2583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2A5596-6824-FBE4-0462-600E7CFFA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680750-B8DF-42E8-BD6B-B5948E8AF9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070" y="1802148"/>
            <a:ext cx="11582399" cy="48901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Python Revision: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B050"/>
                </a:solidFill>
              </a:rPr>
              <a:t>e) Functions:</a:t>
            </a:r>
          </a:p>
          <a:p>
            <a:pPr marL="0" indent="0">
              <a:buNone/>
            </a:pPr>
            <a:endParaRPr lang="en-US" b="1" dirty="0">
              <a:solidFill>
                <a:srgbClr val="00B050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D9CC2A0-4CBA-B8F1-08F3-07B71F8232EA}"/>
              </a:ext>
            </a:extLst>
          </p:cNvPr>
          <p:cNvGrpSpPr/>
          <p:nvPr/>
        </p:nvGrpSpPr>
        <p:grpSpPr>
          <a:xfrm>
            <a:off x="0" y="437745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C851272-559E-E9A8-E736-7BBE7C9CF252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632E1AC9-249B-018F-83E5-0A82E5AB308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DF59BE8-A94F-B27D-BD17-D1C4A861E578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0397FDFD-978E-0763-1148-E38E0B93C11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AF2DA93-073D-C70F-7F59-1BCB97870D29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1358563A-4A11-9DF9-BA05-699C5999D72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DA94A7D6-7D73-A4CE-4D87-2FA6F1834AC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86BBD850-6044-CFF9-6333-DE621E7908E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55999" y="2702909"/>
            <a:ext cx="8035034" cy="3088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1602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C528EA-A592-42F3-2837-8AD401377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4E70C-E842-9E9A-72DC-9E125B3A77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070" y="1802148"/>
            <a:ext cx="11582399" cy="48901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Tasks: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Write a program to check if a number is even or odd.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Write a function that takes a string and returns it in uppercase.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Print the first 10 natural numbers using a loop.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Write a program to find the largest of three numbers.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Write a program to swap two numbers without using a third variable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Take two numbers from the user and print their sum, difference, product, and quotient.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Write a program that checks if a year is a leap year or not.</a:t>
            </a:r>
            <a:endParaRPr lang="en-US" b="1" dirty="0"/>
          </a:p>
          <a:p>
            <a:pPr marL="0" indent="0">
              <a:buNone/>
            </a:pPr>
            <a:endParaRPr lang="en-US" b="1" dirty="0">
              <a:solidFill>
                <a:srgbClr val="00B050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1A78CEA-16AB-C501-EB87-C898B0D79DC0}"/>
              </a:ext>
            </a:extLst>
          </p:cNvPr>
          <p:cNvGrpSpPr/>
          <p:nvPr/>
        </p:nvGrpSpPr>
        <p:grpSpPr>
          <a:xfrm>
            <a:off x="0" y="437745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46AFEF7-8CD9-C044-ABBD-6F8C022905AB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B5078CC4-CC82-7244-60F5-7E1DD70D54A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B8F4CEA-F27C-20D4-CA2F-1B97A19EC98C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1883F793-1318-085B-6CEA-D2D3EFA23AF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ADC4A9D-F6F1-919C-2D86-E1BF8753EBD4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55A492AE-223E-348B-C407-4C639CBD13E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9473776-E18C-58BD-2858-C8EA7EBD83F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610112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C341A2-DF72-C2CF-31D8-88ABF4967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3CE0E5-35AA-DAFF-672C-475532546F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070" y="1802148"/>
            <a:ext cx="11582399" cy="48901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Tasks: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Print the multiplication table of any number entered by the user.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Write a program to remove duplicates from a list.</a:t>
            </a:r>
            <a:endParaRPr lang="en-US" b="1" dirty="0">
              <a:solidFill>
                <a:srgbClr val="00B050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DBF2D9C-CA67-6092-09AF-54DDA804B64A}"/>
              </a:ext>
            </a:extLst>
          </p:cNvPr>
          <p:cNvGrpSpPr/>
          <p:nvPr/>
        </p:nvGrpSpPr>
        <p:grpSpPr>
          <a:xfrm>
            <a:off x="0" y="437745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E084085-8F44-7D5F-154A-9DB77427C128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2DAEAEA1-D4F8-26DD-02E4-269F3577535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0E2B1C8-F1B7-C58E-C4B6-2A4DF3917C7C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E30EB272-18A4-4DD0-B34F-7D27A6B32FD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37DA1E1-D9B8-D74E-55B6-E560061E879C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33E36408-4A51-E544-1A8C-1988018589F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41E055FD-178B-DA20-6095-7D4434ADFC0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097008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1247</TotalTime>
  <Words>467</Words>
  <Application>Microsoft Office PowerPoint</Application>
  <PresentationFormat>Widescreen</PresentationFormat>
  <Paragraphs>67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Bahnschrift</vt:lpstr>
      <vt:lpstr>Calibri</vt:lpstr>
      <vt:lpstr>Calibri Light</vt:lpstr>
      <vt:lpstr>quote-cjk-patch</vt:lpstr>
      <vt:lpstr>Wingdings</vt:lpstr>
      <vt:lpstr>Office Theme</vt:lpstr>
      <vt:lpstr>Natural Language Processing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Sofia Sultana</dc:creator>
  <cp:lastModifiedBy>Dev Hamnah</cp:lastModifiedBy>
  <cp:revision>66</cp:revision>
  <dcterms:created xsi:type="dcterms:W3CDTF">2024-06-21T09:49:54Z</dcterms:created>
  <dcterms:modified xsi:type="dcterms:W3CDTF">2025-09-28T07:18:42Z</dcterms:modified>
</cp:coreProperties>
</file>