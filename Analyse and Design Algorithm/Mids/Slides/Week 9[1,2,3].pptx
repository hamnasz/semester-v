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6858000" cx="9144000"/>
  <p:notesSz cx="6858000" cy="9144000"/>
  <p:embeddedFontLst>
    <p:embeddedFont>
      <p:font typeface="Pinyon Script"/>
      <p:regular r:id="rId39"/>
    </p:embeddedFont>
    <p:embeddedFont>
      <p:font typeface="Libre Franklin"/>
      <p:regular r:id="rId40"/>
      <p:bold r:id="rId41"/>
      <p:italic r:id="rId42"/>
      <p:boldItalic r:id="rId43"/>
    </p:embeddedFont>
    <p:embeddedFont>
      <p:font typeface="Libre Baskerville"/>
      <p:regular r:id="rId44"/>
      <p:bold r:id="rId45"/>
      <p:italic r:id="rId46"/>
    </p:embeddedFont>
    <p:embeddedFont>
      <p:font typeface="Book Antiqua"/>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51" roundtripDataSignature="AMtx7mhDZwiYTP2GExdWGiElz2fZ45kZG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ibreFranklin-regular.fntdata"/><Relationship Id="rId42" Type="http://schemas.openxmlformats.org/officeDocument/2006/relationships/font" Target="fonts/LibreFranklin-italic.fntdata"/><Relationship Id="rId41" Type="http://schemas.openxmlformats.org/officeDocument/2006/relationships/font" Target="fonts/LibreFranklin-bold.fntdata"/><Relationship Id="rId44" Type="http://schemas.openxmlformats.org/officeDocument/2006/relationships/font" Target="fonts/LibreBaskerville-regular.fntdata"/><Relationship Id="rId43" Type="http://schemas.openxmlformats.org/officeDocument/2006/relationships/font" Target="fonts/LibreFranklin-boldItalic.fntdata"/><Relationship Id="rId46" Type="http://schemas.openxmlformats.org/officeDocument/2006/relationships/font" Target="fonts/LibreBaskerville-italic.fntdata"/><Relationship Id="rId45" Type="http://schemas.openxmlformats.org/officeDocument/2006/relationships/font" Target="fonts/LibreBaskerville-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BookAntiqua-bold.fntdata"/><Relationship Id="rId47" Type="http://schemas.openxmlformats.org/officeDocument/2006/relationships/font" Target="fonts/BookAntiqua-regular.fntdata"/><Relationship Id="rId49" Type="http://schemas.openxmlformats.org/officeDocument/2006/relationships/font" Target="fonts/BookAntiqua-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font" Target="fonts/PinyonScript-regular.fntdata"/><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customschemas.google.com/relationships/presentationmetadata" Target="metadata"/><Relationship Id="rId50" Type="http://schemas.openxmlformats.org/officeDocument/2006/relationships/font" Target="fonts/BookAntiqua-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3" name="Google Shape;103;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09" name="Google Shape;109;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10" name="Google Shape;110;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6" name="Google Shape;116;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3" name="Google Shape;123;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1" name="Google Shape;131;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32" name="Google Shape;132;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0" name="Google Shape;140;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47" name="Google Shape;147;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48" name="Google Shape;148;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55" name="Google Shape;155;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56" name="Google Shape;156;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72" name="Google Shape;172;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73" name="Google Shape;173;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0" name="Google Shape;180;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87" name="Google Shape;187;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88" name="Google Shape;188;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95" name="Google Shape;195;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96" name="Google Shape;196;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02" name="Google Shape;202;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03" name="Google Shape;203;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1" name="Google Shape;211;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9" name="Google Shape;219;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6" name="Google Shape;226;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3" name="Google Shape;233;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2" name="Google Shape;242;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9" name="Google Shape;249;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57" name="Google Shape;257;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58" name="Google Shape;258;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6" name="Google Shape;266;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2" name="Google Shape;272;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9" name="Google Shape;279;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86" name="Google Shape;286;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87" name="Google Shape;287;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94" name="Google Shape;294;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95" name="Google Shape;295;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03" name="Google Shape;303;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04" name="Google Shape;304;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12" name="Google Shape;312;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19" name="Google Shape;319;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26" name="Google Shape;326;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27" name="Google Shape;327;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33" name="Google Shape;333;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34" name="Google Shape;334;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41" name="Google Shape;341;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42" name="Google Shape;342;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48" name="Google Shape;348;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56" name="Google Shape;356;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35"/>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9" name="Google Shape;19;p35"/>
          <p:cNvSpPr/>
          <p:nvPr/>
        </p:nvSpPr>
        <p:spPr>
          <a:xfrm>
            <a:off x="65088" y="69850"/>
            <a:ext cx="9013825" cy="6691313"/>
          </a:xfrm>
          <a:prstGeom prst="roundRect">
            <a:avLst>
              <a:gd fmla="val 4929" name="adj"/>
            </a:avLst>
          </a:prstGeom>
          <a:blipFill rotWithShape="1">
            <a:blip r:embed="rId2">
              <a:alphaModFix/>
            </a:blip>
            <a:stretch>
              <a:fillRect b="0" l="0" r="0" t="0"/>
            </a:stretch>
          </a:blip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0" name="Google Shape;20;p35"/>
          <p:cNvSpPr/>
          <p:nvPr/>
        </p:nvSpPr>
        <p:spPr>
          <a:xfrm>
            <a:off x="63500" y="1449388"/>
            <a:ext cx="9020175" cy="152717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1" name="Google Shape;21;p35"/>
          <p:cNvSpPr/>
          <p:nvPr/>
        </p:nvSpPr>
        <p:spPr>
          <a:xfrm>
            <a:off x="63500" y="1397000"/>
            <a:ext cx="9020175" cy="120650"/>
          </a:xfrm>
          <a:prstGeom prst="rect">
            <a:avLst/>
          </a:prstGeom>
          <a:solidFill>
            <a:srgbClr val="E6AFA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2" name="Google Shape;22;p35"/>
          <p:cNvSpPr/>
          <p:nvPr/>
        </p:nvSpPr>
        <p:spPr>
          <a:xfrm>
            <a:off x="63500" y="2976563"/>
            <a:ext cx="9020175" cy="111125"/>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3" name="Google Shape;23;p35"/>
          <p:cNvSpPr txBox="1"/>
          <p:nvPr>
            <p:ph idx="1" type="subTitle"/>
          </p:nvPr>
        </p:nvSpPr>
        <p:spPr>
          <a:xfrm>
            <a:off x="1295400" y="3200400"/>
            <a:ext cx="6400800" cy="1600200"/>
          </a:xfrm>
          <a:prstGeom prst="rect">
            <a:avLst/>
          </a:prstGeom>
          <a:noFill/>
          <a:ln>
            <a:noFill/>
          </a:ln>
        </p:spPr>
        <p:txBody>
          <a:bodyPr anchorCtr="0" anchor="t" bIns="45700" lIns="91425" spcFirstLastPara="1" rIns="91425" wrap="square" tIns="45700">
            <a:noAutofit/>
          </a:bodyPr>
          <a:lstStyle>
            <a:lvl1pPr lvl="0" algn="ctr">
              <a:spcBef>
                <a:spcPts val="575"/>
              </a:spcBef>
              <a:spcAft>
                <a:spcPts val="0"/>
              </a:spcAft>
              <a:buSzPts val="2210"/>
              <a:buNone/>
              <a:defRPr sz="2600">
                <a:solidFill>
                  <a:schemeClr val="dk2"/>
                </a:solidFill>
              </a:defRPr>
            </a:lvl1pPr>
            <a:lvl2pPr lvl="1" algn="ctr">
              <a:spcBef>
                <a:spcPts val="375"/>
              </a:spcBef>
              <a:spcAft>
                <a:spcPts val="0"/>
              </a:spcAft>
              <a:buSzPts val="1530"/>
              <a:buNone/>
              <a:defRPr/>
            </a:lvl2pPr>
            <a:lvl3pPr lvl="2" algn="ctr">
              <a:spcBef>
                <a:spcPts val="375"/>
              </a:spcBef>
              <a:spcAft>
                <a:spcPts val="0"/>
              </a:spcAft>
              <a:buSzPts val="1530"/>
              <a:buNone/>
              <a:defRPr/>
            </a:lvl3pPr>
            <a:lvl4pPr lvl="3" algn="ctr">
              <a:spcBef>
                <a:spcPts val="375"/>
              </a:spcBef>
              <a:spcAft>
                <a:spcPts val="0"/>
              </a:spcAft>
              <a:buSzPts val="1440"/>
              <a:buNone/>
              <a:defRPr/>
            </a:lvl4pPr>
            <a:lvl5pPr lvl="4" algn="ctr">
              <a:spcBef>
                <a:spcPts val="375"/>
              </a:spcBef>
              <a:spcAft>
                <a:spcPts val="0"/>
              </a:spcAft>
              <a:buSzPts val="1800"/>
              <a:buNone/>
              <a:defRPr/>
            </a:lvl5pPr>
            <a:lvl6pPr lvl="5" algn="ctr">
              <a:spcBef>
                <a:spcPts val="370"/>
              </a:spcBef>
              <a:spcAft>
                <a:spcPts val="0"/>
              </a:spcAft>
              <a:buSzPts val="1800"/>
              <a:buNone/>
              <a:defRPr/>
            </a:lvl6pPr>
            <a:lvl7pPr lvl="6" algn="ctr">
              <a:spcBef>
                <a:spcPts val="370"/>
              </a:spcBef>
              <a:spcAft>
                <a:spcPts val="0"/>
              </a:spcAft>
              <a:buSzPts val="1800"/>
              <a:buNone/>
              <a:defRPr/>
            </a:lvl7pPr>
            <a:lvl8pPr lvl="7" algn="ctr">
              <a:spcBef>
                <a:spcPts val="370"/>
              </a:spcBef>
              <a:spcAft>
                <a:spcPts val="0"/>
              </a:spcAft>
              <a:buSzPts val="1800"/>
              <a:buNone/>
              <a:defRPr/>
            </a:lvl8pPr>
            <a:lvl9pPr lvl="8" algn="ctr">
              <a:spcBef>
                <a:spcPts val="370"/>
              </a:spcBef>
              <a:spcAft>
                <a:spcPts val="0"/>
              </a:spcAft>
              <a:buSzPts val="1800"/>
              <a:buNone/>
              <a:defRPr/>
            </a:lvl9pPr>
          </a:lstStyle>
          <a:p/>
        </p:txBody>
      </p:sp>
      <p:sp>
        <p:nvSpPr>
          <p:cNvPr id="24" name="Google Shape;24;p35"/>
          <p:cNvSpPr txBox="1"/>
          <p:nvPr>
            <p:ph type="ctrTitle"/>
          </p:nvPr>
        </p:nvSpPr>
        <p:spPr>
          <a:xfrm>
            <a:off x="457200" y="1505930"/>
            <a:ext cx="8229600" cy="1470025"/>
          </a:xfrm>
          <a:prstGeom prst="rect">
            <a:avLst/>
          </a:prstGeom>
          <a:noFill/>
          <a:ln>
            <a:noFill/>
          </a:ln>
        </p:spPr>
        <p:txBody>
          <a:bodyPr anchorCtr="0" anchor="ctr" bIns="91425" lIns="91425" spcFirstLastPara="1" rIns="91425" wrap="square" tIns="4570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5"/>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5"/>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5"/>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1pPr>
            <a:lvl2pPr indent="0" lvl="1"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2pPr>
            <a:lvl3pPr indent="0" lvl="2"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3pPr>
            <a:lvl4pPr indent="0" lvl="3"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4pPr>
            <a:lvl5pPr indent="0" lvl="4"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5pPr>
            <a:lvl6pPr indent="0" lvl="5"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6pPr>
            <a:lvl7pPr indent="0" lvl="6"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7pPr>
            <a:lvl8pPr indent="0" lvl="7"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8pPr>
            <a:lvl9pPr indent="0" lvl="8"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36"/>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6"/>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Autofit/>
          </a:bodyPr>
          <a:lstStyle>
            <a:lvl1pPr indent="-325755" lvl="0" marL="457200" algn="l">
              <a:spcBef>
                <a:spcPts val="575"/>
              </a:spcBef>
              <a:spcAft>
                <a:spcPts val="0"/>
              </a:spcAft>
              <a:buSzPts val="1530"/>
              <a:buChar char="⚫"/>
              <a:defRPr/>
            </a:lvl1pPr>
            <a:lvl2pPr indent="-325755" lvl="1" marL="914400" algn="l">
              <a:spcBef>
                <a:spcPts val="375"/>
              </a:spcBef>
              <a:spcAft>
                <a:spcPts val="0"/>
              </a:spcAft>
              <a:buSzPts val="1530"/>
              <a:buChar char="⚫"/>
              <a:defRPr/>
            </a:lvl2pPr>
            <a:lvl3pPr indent="-325755" lvl="2" marL="1371600" algn="l">
              <a:spcBef>
                <a:spcPts val="375"/>
              </a:spcBef>
              <a:spcAft>
                <a:spcPts val="0"/>
              </a:spcAft>
              <a:buSzPts val="1530"/>
              <a:buChar char="⚫"/>
              <a:defRPr/>
            </a:lvl3pPr>
            <a:lvl4pPr indent="-320039" lvl="3" marL="1828800" algn="l">
              <a:spcBef>
                <a:spcPts val="375"/>
              </a:spcBef>
              <a:spcAft>
                <a:spcPts val="0"/>
              </a:spcAft>
              <a:buSzPts val="1440"/>
              <a:buChar char="⚫"/>
              <a:defRPr/>
            </a:lvl4pPr>
            <a:lvl5pPr indent="-342900" lvl="4" marL="2286000" algn="l">
              <a:spcBef>
                <a:spcPts val="375"/>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31" name="Google Shape;31;p36"/>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6"/>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36"/>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1pPr>
            <a:lvl2pPr indent="0" lvl="1"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2pPr>
            <a:lvl3pPr indent="0" lvl="2"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3pPr>
            <a:lvl4pPr indent="0" lvl="3"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4pPr>
            <a:lvl5pPr indent="0" lvl="4"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5pPr>
            <a:lvl6pPr indent="0" lvl="5"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6pPr>
            <a:lvl7pPr indent="0" lvl="6"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7pPr>
            <a:lvl8pPr indent="0" lvl="7"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8pPr>
            <a:lvl9pPr indent="0" lvl="8"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4" name="Shape 34"/>
        <p:cNvGrpSpPr/>
        <p:nvPr/>
      </p:nvGrpSpPr>
      <p:grpSpPr>
        <a:xfrm>
          <a:off x="0" y="0"/>
          <a:ext cx="0" cy="0"/>
          <a:chOff x="0" y="0"/>
          <a:chExt cx="0" cy="0"/>
        </a:xfrm>
      </p:grpSpPr>
      <p:sp>
        <p:nvSpPr>
          <p:cNvPr id="35" name="Google Shape;35;p37"/>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37"/>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37"/>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1pPr>
            <a:lvl2pPr indent="0" lvl="1"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2pPr>
            <a:lvl3pPr indent="0" lvl="2"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3pPr>
            <a:lvl4pPr indent="0" lvl="3"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4pPr>
            <a:lvl5pPr indent="0" lvl="4"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5pPr>
            <a:lvl6pPr indent="0" lvl="5"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6pPr>
            <a:lvl7pPr indent="0" lvl="6"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7pPr>
            <a:lvl8pPr indent="0" lvl="7"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8pPr>
            <a:lvl9pPr indent="0" lvl="8"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blipFill>
          <a:blip r:embed="rId2">
            <a:alphaModFix/>
          </a:blip>
          <a:stretch>
            <a:fillRect/>
          </a:stretch>
        </a:blipFill>
      </p:bgPr>
    </p:bg>
    <p:spTree>
      <p:nvGrpSpPr>
        <p:cNvPr id="38" name="Shape 38"/>
        <p:cNvGrpSpPr/>
        <p:nvPr/>
      </p:nvGrpSpPr>
      <p:grpSpPr>
        <a:xfrm>
          <a:off x="0" y="0"/>
          <a:ext cx="0" cy="0"/>
          <a:chOff x="0" y="0"/>
          <a:chExt cx="0" cy="0"/>
        </a:xfrm>
      </p:grpSpPr>
      <p:sp>
        <p:nvSpPr>
          <p:cNvPr id="39" name="Google Shape;39;p38"/>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40" name="Google Shape;40;p38"/>
          <p:cNvSpPr/>
          <p:nvPr/>
        </p:nvSpPr>
        <p:spPr>
          <a:xfrm>
            <a:off x="65313" y="69755"/>
            <a:ext cx="9013372" cy="6692201"/>
          </a:xfrm>
          <a:prstGeom prst="roundRect">
            <a:avLst>
              <a:gd fmla="val 4929" name="adj"/>
            </a:avLst>
          </a:prstGeom>
          <a:blipFill rotWithShape="1">
            <a:blip r:embed="rId2">
              <a:alphaModFix/>
            </a:blip>
            <a:stretch>
              <a:fillRect b="0" l="0" r="0" t="0"/>
            </a:stretch>
          </a:blip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41" name="Google Shape;41;p38"/>
          <p:cNvSpPr/>
          <p:nvPr/>
        </p:nvSpPr>
        <p:spPr>
          <a:xfrm flipH="1" rot="10800000">
            <a:off x="69850" y="2376488"/>
            <a:ext cx="9013825" cy="9207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42" name="Google Shape;42;p38"/>
          <p:cNvSpPr/>
          <p:nvPr/>
        </p:nvSpPr>
        <p:spPr>
          <a:xfrm>
            <a:off x="69850" y="2341563"/>
            <a:ext cx="9013825" cy="46037"/>
          </a:xfrm>
          <a:prstGeom prst="rect">
            <a:avLst/>
          </a:prstGeom>
          <a:solidFill>
            <a:srgbClr val="E6AFA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43" name="Google Shape;43;p38"/>
          <p:cNvSpPr/>
          <p:nvPr/>
        </p:nvSpPr>
        <p:spPr>
          <a:xfrm>
            <a:off x="68263" y="2468563"/>
            <a:ext cx="9015412" cy="46037"/>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44" name="Google Shape;44;p38"/>
          <p:cNvSpPr txBox="1"/>
          <p:nvPr>
            <p:ph type="title"/>
          </p:nvPr>
        </p:nvSpPr>
        <p:spPr>
          <a:xfrm>
            <a:off x="722313" y="952500"/>
            <a:ext cx="7772400" cy="1362075"/>
          </a:xfrm>
          <a:prstGeom prst="rect">
            <a:avLst/>
          </a:prstGeom>
          <a:noFill/>
          <a:ln>
            <a:noFill/>
          </a:ln>
        </p:spPr>
        <p:txBody>
          <a:bodyPr anchorCtr="0" anchor="b" bIns="91425" lIns="91425" spcFirstLastPara="1" rIns="91425" wrap="square" tIns="45700">
            <a:noAutofit/>
          </a:bodyPr>
          <a:lstStyle>
            <a:lvl1pPr lvl="0" algn="l">
              <a:spcBef>
                <a:spcPts val="0"/>
              </a:spcBef>
              <a:spcAft>
                <a:spcPts val="0"/>
              </a:spcAft>
              <a:buClr>
                <a:schemeClr val="dk2"/>
              </a:buClr>
              <a:buSzPts val="4000"/>
              <a:buFont typeface="Libre Franklin"/>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38"/>
          <p:cNvSpPr txBox="1"/>
          <p:nvPr>
            <p:ph idx="1" type="body"/>
          </p:nvPr>
        </p:nvSpPr>
        <p:spPr>
          <a:xfrm>
            <a:off x="722313" y="2547938"/>
            <a:ext cx="7772400" cy="1338262"/>
          </a:xfrm>
          <a:prstGeom prst="rect">
            <a:avLst/>
          </a:prstGeom>
          <a:noFill/>
          <a:ln>
            <a:noFill/>
          </a:ln>
        </p:spPr>
        <p:txBody>
          <a:bodyPr anchorCtr="0" anchor="t" bIns="45700" lIns="91425" spcFirstLastPara="1" rIns="91425" wrap="square" tIns="45700">
            <a:noAutofit/>
          </a:bodyPr>
          <a:lstStyle>
            <a:lvl1pPr indent="-228600" lvl="0" marL="457200" algn="l">
              <a:spcBef>
                <a:spcPts val="575"/>
              </a:spcBef>
              <a:spcAft>
                <a:spcPts val="0"/>
              </a:spcAft>
              <a:buSzPts val="2040"/>
              <a:buNone/>
              <a:defRPr sz="2400">
                <a:solidFill>
                  <a:srgbClr val="888888"/>
                </a:solidFill>
              </a:defRPr>
            </a:lvl1pPr>
            <a:lvl2pPr indent="-228600" lvl="1" marL="914400" algn="l">
              <a:spcBef>
                <a:spcPts val="375"/>
              </a:spcBef>
              <a:spcAft>
                <a:spcPts val="0"/>
              </a:spcAft>
              <a:buSzPts val="1530"/>
              <a:buNone/>
              <a:defRPr sz="1800">
                <a:solidFill>
                  <a:srgbClr val="888888"/>
                </a:solidFill>
              </a:defRPr>
            </a:lvl2pPr>
            <a:lvl3pPr indent="-228600" lvl="2" marL="1371600" algn="l">
              <a:spcBef>
                <a:spcPts val="375"/>
              </a:spcBef>
              <a:spcAft>
                <a:spcPts val="0"/>
              </a:spcAft>
              <a:buSzPts val="1360"/>
              <a:buNone/>
              <a:defRPr sz="1600">
                <a:solidFill>
                  <a:srgbClr val="888888"/>
                </a:solidFill>
              </a:defRPr>
            </a:lvl3pPr>
            <a:lvl4pPr indent="-228600" lvl="3" marL="1828800" algn="l">
              <a:spcBef>
                <a:spcPts val="375"/>
              </a:spcBef>
              <a:spcAft>
                <a:spcPts val="0"/>
              </a:spcAft>
              <a:buSzPts val="1120"/>
              <a:buNone/>
              <a:defRPr sz="1400">
                <a:solidFill>
                  <a:srgbClr val="888888"/>
                </a:solidFill>
              </a:defRPr>
            </a:lvl4pPr>
            <a:lvl5pPr indent="-228600" lvl="4" marL="2286000" algn="l">
              <a:spcBef>
                <a:spcPts val="375"/>
              </a:spcBef>
              <a:spcAft>
                <a:spcPts val="0"/>
              </a:spcAft>
              <a:buSzPts val="1400"/>
              <a:buFont typeface="Libre Baskerville"/>
              <a:buNone/>
              <a:defRPr sz="1400">
                <a:solidFill>
                  <a:srgbClr val="888888"/>
                </a:solidFill>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46" name="Google Shape;46;p38"/>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8"/>
          <p:cNvSpPr txBox="1"/>
          <p:nvPr>
            <p:ph idx="11" type="ftr"/>
          </p:nvPr>
        </p:nvSpPr>
        <p:spPr>
          <a:xfrm>
            <a:off x="800100" y="6172200"/>
            <a:ext cx="40005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8"/>
          <p:cNvSpPr/>
          <p:nvPr>
            <p:ph idx="12" type="sldNum"/>
          </p:nvPr>
        </p:nvSpPr>
        <p:spPr>
          <a:xfrm>
            <a:off x="146050" y="6208713"/>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1pPr>
            <a:lvl2pPr indent="0" lvl="1"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2pPr>
            <a:lvl3pPr indent="0" lvl="2"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3pPr>
            <a:lvl4pPr indent="0" lvl="3"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4pPr>
            <a:lvl5pPr indent="0" lvl="4"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5pPr>
            <a:lvl6pPr indent="0" lvl="5"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6pPr>
            <a:lvl7pPr indent="0" lvl="6"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7pPr>
            <a:lvl8pPr indent="0" lvl="7"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8pPr>
            <a:lvl9pPr indent="0" lvl="8"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9" name="Shape 49"/>
        <p:cNvGrpSpPr/>
        <p:nvPr/>
      </p:nvGrpSpPr>
      <p:grpSpPr>
        <a:xfrm>
          <a:off x="0" y="0"/>
          <a:ext cx="0" cy="0"/>
          <a:chOff x="0" y="0"/>
          <a:chExt cx="0" cy="0"/>
        </a:xfrm>
      </p:grpSpPr>
      <p:sp>
        <p:nvSpPr>
          <p:cNvPr id="50" name="Google Shape;50;p39"/>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39"/>
          <p:cNvSpPr txBox="1"/>
          <p:nvPr>
            <p:ph idx="1" type="body"/>
          </p:nvPr>
        </p:nvSpPr>
        <p:spPr>
          <a:xfrm>
            <a:off x="914400" y="1447800"/>
            <a:ext cx="3749040" cy="4572000"/>
          </a:xfrm>
          <a:prstGeom prst="rect">
            <a:avLst/>
          </a:prstGeom>
          <a:noFill/>
          <a:ln>
            <a:noFill/>
          </a:ln>
        </p:spPr>
        <p:txBody>
          <a:bodyPr anchorCtr="0" anchor="t" bIns="45700" lIns="91425" spcFirstLastPara="1" rIns="91425" wrap="square" tIns="45700">
            <a:noAutofit/>
          </a:bodyPr>
          <a:lstStyle>
            <a:lvl1pPr indent="-325755" lvl="0" marL="457200" algn="l">
              <a:spcBef>
                <a:spcPts val="575"/>
              </a:spcBef>
              <a:spcAft>
                <a:spcPts val="0"/>
              </a:spcAft>
              <a:buSzPts val="1530"/>
              <a:buChar char="⚫"/>
              <a:defRPr/>
            </a:lvl1pPr>
            <a:lvl2pPr indent="-325755" lvl="1" marL="914400" algn="l">
              <a:spcBef>
                <a:spcPts val="375"/>
              </a:spcBef>
              <a:spcAft>
                <a:spcPts val="0"/>
              </a:spcAft>
              <a:buSzPts val="1530"/>
              <a:buChar char="⚫"/>
              <a:defRPr/>
            </a:lvl2pPr>
            <a:lvl3pPr indent="-325755" lvl="2" marL="1371600" algn="l">
              <a:spcBef>
                <a:spcPts val="375"/>
              </a:spcBef>
              <a:spcAft>
                <a:spcPts val="0"/>
              </a:spcAft>
              <a:buSzPts val="1530"/>
              <a:buChar char="⚫"/>
              <a:defRPr/>
            </a:lvl3pPr>
            <a:lvl4pPr indent="-320039" lvl="3" marL="1828800" algn="l">
              <a:spcBef>
                <a:spcPts val="375"/>
              </a:spcBef>
              <a:spcAft>
                <a:spcPts val="0"/>
              </a:spcAft>
              <a:buSzPts val="1440"/>
              <a:buChar char="⚫"/>
              <a:defRPr/>
            </a:lvl4pPr>
            <a:lvl5pPr indent="-342900" lvl="4" marL="2286000" algn="l">
              <a:spcBef>
                <a:spcPts val="375"/>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52" name="Google Shape;52;p39"/>
          <p:cNvSpPr txBox="1"/>
          <p:nvPr>
            <p:ph idx="2" type="body"/>
          </p:nvPr>
        </p:nvSpPr>
        <p:spPr>
          <a:xfrm>
            <a:off x="4933950" y="1447800"/>
            <a:ext cx="3749040" cy="4572000"/>
          </a:xfrm>
          <a:prstGeom prst="rect">
            <a:avLst/>
          </a:prstGeom>
          <a:noFill/>
          <a:ln>
            <a:noFill/>
          </a:ln>
        </p:spPr>
        <p:txBody>
          <a:bodyPr anchorCtr="0" anchor="t" bIns="45700" lIns="91425" spcFirstLastPara="1" rIns="91425" wrap="square" tIns="45700">
            <a:noAutofit/>
          </a:bodyPr>
          <a:lstStyle>
            <a:lvl1pPr indent="-325755" lvl="0" marL="457200" algn="l">
              <a:spcBef>
                <a:spcPts val="575"/>
              </a:spcBef>
              <a:spcAft>
                <a:spcPts val="0"/>
              </a:spcAft>
              <a:buSzPts val="1530"/>
              <a:buChar char="⚫"/>
              <a:defRPr/>
            </a:lvl1pPr>
            <a:lvl2pPr indent="-325755" lvl="1" marL="914400" algn="l">
              <a:spcBef>
                <a:spcPts val="375"/>
              </a:spcBef>
              <a:spcAft>
                <a:spcPts val="0"/>
              </a:spcAft>
              <a:buSzPts val="1530"/>
              <a:buChar char="⚫"/>
              <a:defRPr/>
            </a:lvl2pPr>
            <a:lvl3pPr indent="-325755" lvl="2" marL="1371600" algn="l">
              <a:spcBef>
                <a:spcPts val="375"/>
              </a:spcBef>
              <a:spcAft>
                <a:spcPts val="0"/>
              </a:spcAft>
              <a:buSzPts val="1530"/>
              <a:buChar char="⚫"/>
              <a:defRPr/>
            </a:lvl3pPr>
            <a:lvl4pPr indent="-320039" lvl="3" marL="1828800" algn="l">
              <a:spcBef>
                <a:spcPts val="375"/>
              </a:spcBef>
              <a:spcAft>
                <a:spcPts val="0"/>
              </a:spcAft>
              <a:buSzPts val="1440"/>
              <a:buChar char="⚫"/>
              <a:defRPr/>
            </a:lvl4pPr>
            <a:lvl5pPr indent="-342900" lvl="4" marL="2286000" algn="l">
              <a:spcBef>
                <a:spcPts val="375"/>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53" name="Google Shape;53;p39"/>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39"/>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39"/>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1pPr>
            <a:lvl2pPr indent="0" lvl="1"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2pPr>
            <a:lvl3pPr indent="0" lvl="2"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3pPr>
            <a:lvl4pPr indent="0" lvl="3"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4pPr>
            <a:lvl5pPr indent="0" lvl="4"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5pPr>
            <a:lvl6pPr indent="0" lvl="5"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6pPr>
            <a:lvl7pPr indent="0" lvl="6"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7pPr>
            <a:lvl8pPr indent="0" lvl="7"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8pPr>
            <a:lvl9pPr indent="0" lvl="8"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6" name="Shape 56"/>
        <p:cNvGrpSpPr/>
        <p:nvPr/>
      </p:nvGrpSpPr>
      <p:grpSpPr>
        <a:xfrm>
          <a:off x="0" y="0"/>
          <a:ext cx="0" cy="0"/>
          <a:chOff x="0" y="0"/>
          <a:chExt cx="0" cy="0"/>
        </a:xfrm>
      </p:grpSpPr>
      <p:sp>
        <p:nvSpPr>
          <p:cNvPr id="57" name="Google Shape;57;p40"/>
          <p:cNvSpPr txBox="1"/>
          <p:nvPr>
            <p:ph type="title"/>
          </p:nvPr>
        </p:nvSpPr>
        <p:spPr>
          <a:xfrm>
            <a:off x="914400" y="273050"/>
            <a:ext cx="7772400" cy="1143000"/>
          </a:xfrm>
          <a:prstGeom prst="rect">
            <a:avLst/>
          </a:prstGeom>
          <a:noFill/>
          <a:ln>
            <a:noFill/>
          </a:ln>
        </p:spPr>
        <p:txBody>
          <a:bodyPr anchorCtr="0" anchor="b" bIns="91425"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40"/>
          <p:cNvSpPr txBox="1"/>
          <p:nvPr>
            <p:ph idx="1" type="body"/>
          </p:nvPr>
        </p:nvSpPr>
        <p:spPr>
          <a:xfrm>
            <a:off x="914400" y="1447800"/>
            <a:ext cx="3733800" cy="762000"/>
          </a:xfrm>
          <a:prstGeom prst="rect">
            <a:avLst/>
          </a:prstGeom>
          <a:noFill/>
          <a:ln>
            <a:noFill/>
          </a:ln>
        </p:spPr>
        <p:txBody>
          <a:bodyPr anchorCtr="0" anchor="b" bIns="45700" lIns="91425" spcFirstLastPara="1" rIns="91425" wrap="square" tIns="45700">
            <a:noAutofit/>
          </a:bodyPr>
          <a:lstStyle>
            <a:lvl1pPr indent="-228600" lvl="0" marL="457200" algn="l">
              <a:spcBef>
                <a:spcPts val="575"/>
              </a:spcBef>
              <a:spcAft>
                <a:spcPts val="0"/>
              </a:spcAft>
              <a:buSzPts val="2040"/>
              <a:buNone/>
              <a:defRPr b="1" sz="2400">
                <a:solidFill>
                  <a:schemeClr val="accent1"/>
                </a:solidFill>
                <a:latin typeface="Libre Franklin"/>
                <a:ea typeface="Libre Franklin"/>
                <a:cs typeface="Libre Franklin"/>
                <a:sym typeface="Libre Franklin"/>
              </a:defRPr>
            </a:lvl1pPr>
            <a:lvl2pPr indent="-228600" lvl="1" marL="914400" algn="l">
              <a:spcBef>
                <a:spcPts val="375"/>
              </a:spcBef>
              <a:spcAft>
                <a:spcPts val="0"/>
              </a:spcAft>
              <a:buSzPts val="1700"/>
              <a:buNone/>
              <a:defRPr b="1" sz="2000"/>
            </a:lvl2pPr>
            <a:lvl3pPr indent="-228600" lvl="2" marL="1371600" algn="l">
              <a:spcBef>
                <a:spcPts val="375"/>
              </a:spcBef>
              <a:spcAft>
                <a:spcPts val="0"/>
              </a:spcAft>
              <a:buSzPts val="1530"/>
              <a:buNone/>
              <a:defRPr b="1" sz="1800"/>
            </a:lvl3pPr>
            <a:lvl4pPr indent="-228600" lvl="3" marL="1828800" algn="l">
              <a:spcBef>
                <a:spcPts val="375"/>
              </a:spcBef>
              <a:spcAft>
                <a:spcPts val="0"/>
              </a:spcAft>
              <a:buSzPts val="1280"/>
              <a:buNone/>
              <a:defRPr b="1" sz="1600"/>
            </a:lvl4pPr>
            <a:lvl5pPr indent="-228600" lvl="4" marL="2286000" algn="l">
              <a:spcBef>
                <a:spcPts val="375"/>
              </a:spcBef>
              <a:spcAft>
                <a:spcPts val="0"/>
              </a:spcAft>
              <a:buSzPts val="1600"/>
              <a:buFont typeface="Libre Baskerville"/>
              <a:buNone/>
              <a:defRPr b="1" sz="1600"/>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59" name="Google Shape;59;p40"/>
          <p:cNvSpPr txBox="1"/>
          <p:nvPr>
            <p:ph idx="2" type="body"/>
          </p:nvPr>
        </p:nvSpPr>
        <p:spPr>
          <a:xfrm>
            <a:off x="4953000" y="1447800"/>
            <a:ext cx="3733800" cy="762000"/>
          </a:xfrm>
          <a:prstGeom prst="rect">
            <a:avLst/>
          </a:prstGeom>
          <a:noFill/>
          <a:ln>
            <a:noFill/>
          </a:ln>
        </p:spPr>
        <p:txBody>
          <a:bodyPr anchorCtr="0" anchor="b" bIns="45700" lIns="91425" spcFirstLastPara="1" rIns="91425" wrap="square" tIns="45700">
            <a:noAutofit/>
          </a:bodyPr>
          <a:lstStyle>
            <a:lvl1pPr indent="-228600" lvl="0" marL="457200" algn="l">
              <a:spcBef>
                <a:spcPts val="575"/>
              </a:spcBef>
              <a:spcAft>
                <a:spcPts val="0"/>
              </a:spcAft>
              <a:buSzPts val="2040"/>
              <a:buNone/>
              <a:defRPr b="1" sz="2400">
                <a:solidFill>
                  <a:schemeClr val="accent1"/>
                </a:solidFill>
                <a:latin typeface="Libre Franklin"/>
                <a:ea typeface="Libre Franklin"/>
                <a:cs typeface="Libre Franklin"/>
                <a:sym typeface="Libre Franklin"/>
              </a:defRPr>
            </a:lvl1pPr>
            <a:lvl2pPr indent="-228600" lvl="1" marL="914400" algn="l">
              <a:spcBef>
                <a:spcPts val="375"/>
              </a:spcBef>
              <a:spcAft>
                <a:spcPts val="0"/>
              </a:spcAft>
              <a:buSzPts val="1700"/>
              <a:buNone/>
              <a:defRPr b="1" sz="2000"/>
            </a:lvl2pPr>
            <a:lvl3pPr indent="-228600" lvl="2" marL="1371600" algn="l">
              <a:spcBef>
                <a:spcPts val="375"/>
              </a:spcBef>
              <a:spcAft>
                <a:spcPts val="0"/>
              </a:spcAft>
              <a:buSzPts val="1530"/>
              <a:buNone/>
              <a:defRPr b="1" sz="1800"/>
            </a:lvl3pPr>
            <a:lvl4pPr indent="-228600" lvl="3" marL="1828800" algn="l">
              <a:spcBef>
                <a:spcPts val="375"/>
              </a:spcBef>
              <a:spcAft>
                <a:spcPts val="0"/>
              </a:spcAft>
              <a:buSzPts val="1280"/>
              <a:buNone/>
              <a:defRPr b="1" sz="1600"/>
            </a:lvl4pPr>
            <a:lvl5pPr indent="-228600" lvl="4" marL="2286000" algn="l">
              <a:spcBef>
                <a:spcPts val="375"/>
              </a:spcBef>
              <a:spcAft>
                <a:spcPts val="0"/>
              </a:spcAft>
              <a:buSzPts val="1600"/>
              <a:buFont typeface="Libre Baskerville"/>
              <a:buNone/>
              <a:defRPr b="1" sz="1600"/>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60" name="Google Shape;60;p40"/>
          <p:cNvSpPr txBox="1"/>
          <p:nvPr>
            <p:ph idx="3" type="body"/>
          </p:nvPr>
        </p:nvSpPr>
        <p:spPr>
          <a:xfrm>
            <a:off x="914400" y="2247900"/>
            <a:ext cx="3733800" cy="3886200"/>
          </a:xfrm>
          <a:prstGeom prst="rect">
            <a:avLst/>
          </a:prstGeom>
          <a:noFill/>
          <a:ln>
            <a:noFill/>
          </a:ln>
        </p:spPr>
        <p:txBody>
          <a:bodyPr anchorCtr="0" anchor="t" bIns="45700" lIns="91425" spcFirstLastPara="1" rIns="91425" wrap="square" tIns="45700">
            <a:noAutofit/>
          </a:bodyPr>
          <a:lstStyle>
            <a:lvl1pPr indent="-325755" lvl="0" marL="457200" algn="l">
              <a:spcBef>
                <a:spcPts val="575"/>
              </a:spcBef>
              <a:spcAft>
                <a:spcPts val="0"/>
              </a:spcAft>
              <a:buSzPts val="1530"/>
              <a:buChar char="⚫"/>
              <a:defRPr/>
            </a:lvl1pPr>
            <a:lvl2pPr indent="-325755" lvl="1" marL="914400" algn="l">
              <a:spcBef>
                <a:spcPts val="375"/>
              </a:spcBef>
              <a:spcAft>
                <a:spcPts val="0"/>
              </a:spcAft>
              <a:buSzPts val="1530"/>
              <a:buChar char="⚫"/>
              <a:defRPr/>
            </a:lvl2pPr>
            <a:lvl3pPr indent="-325755" lvl="2" marL="1371600" algn="l">
              <a:spcBef>
                <a:spcPts val="375"/>
              </a:spcBef>
              <a:spcAft>
                <a:spcPts val="0"/>
              </a:spcAft>
              <a:buSzPts val="1530"/>
              <a:buChar char="⚫"/>
              <a:defRPr/>
            </a:lvl3pPr>
            <a:lvl4pPr indent="-320039" lvl="3" marL="1828800" algn="l">
              <a:spcBef>
                <a:spcPts val="375"/>
              </a:spcBef>
              <a:spcAft>
                <a:spcPts val="0"/>
              </a:spcAft>
              <a:buSzPts val="1440"/>
              <a:buChar char="⚫"/>
              <a:defRPr/>
            </a:lvl4pPr>
            <a:lvl5pPr indent="-342900" lvl="4" marL="2286000" algn="l">
              <a:spcBef>
                <a:spcPts val="375"/>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61" name="Google Shape;61;p40"/>
          <p:cNvSpPr txBox="1"/>
          <p:nvPr>
            <p:ph idx="4" type="body"/>
          </p:nvPr>
        </p:nvSpPr>
        <p:spPr>
          <a:xfrm>
            <a:off x="4953000" y="2247900"/>
            <a:ext cx="3733800" cy="3886200"/>
          </a:xfrm>
          <a:prstGeom prst="rect">
            <a:avLst/>
          </a:prstGeom>
          <a:noFill/>
          <a:ln>
            <a:noFill/>
          </a:ln>
        </p:spPr>
        <p:txBody>
          <a:bodyPr anchorCtr="0" anchor="t" bIns="45700" lIns="91425" spcFirstLastPara="1" rIns="91425" wrap="square" tIns="45700">
            <a:noAutofit/>
          </a:bodyPr>
          <a:lstStyle>
            <a:lvl1pPr indent="-325755" lvl="0" marL="457200" algn="l">
              <a:spcBef>
                <a:spcPts val="575"/>
              </a:spcBef>
              <a:spcAft>
                <a:spcPts val="0"/>
              </a:spcAft>
              <a:buSzPts val="1530"/>
              <a:buChar char="⚫"/>
              <a:defRPr/>
            </a:lvl1pPr>
            <a:lvl2pPr indent="-325755" lvl="1" marL="914400" algn="l">
              <a:spcBef>
                <a:spcPts val="375"/>
              </a:spcBef>
              <a:spcAft>
                <a:spcPts val="0"/>
              </a:spcAft>
              <a:buSzPts val="1530"/>
              <a:buChar char="⚫"/>
              <a:defRPr/>
            </a:lvl2pPr>
            <a:lvl3pPr indent="-325755" lvl="2" marL="1371600" algn="l">
              <a:spcBef>
                <a:spcPts val="375"/>
              </a:spcBef>
              <a:spcAft>
                <a:spcPts val="0"/>
              </a:spcAft>
              <a:buSzPts val="1530"/>
              <a:buChar char="⚫"/>
              <a:defRPr/>
            </a:lvl3pPr>
            <a:lvl4pPr indent="-320039" lvl="3" marL="1828800" algn="l">
              <a:spcBef>
                <a:spcPts val="375"/>
              </a:spcBef>
              <a:spcAft>
                <a:spcPts val="0"/>
              </a:spcAft>
              <a:buSzPts val="1440"/>
              <a:buChar char="⚫"/>
              <a:defRPr/>
            </a:lvl4pPr>
            <a:lvl5pPr indent="-342900" lvl="4" marL="2286000" algn="l">
              <a:spcBef>
                <a:spcPts val="375"/>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62" name="Google Shape;62;p40"/>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40"/>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40"/>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1pPr>
            <a:lvl2pPr indent="0" lvl="1"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2pPr>
            <a:lvl3pPr indent="0" lvl="2"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3pPr>
            <a:lvl4pPr indent="0" lvl="3"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4pPr>
            <a:lvl5pPr indent="0" lvl="4"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5pPr>
            <a:lvl6pPr indent="0" lvl="5"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6pPr>
            <a:lvl7pPr indent="0" lvl="6"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7pPr>
            <a:lvl8pPr indent="0" lvl="7"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8pPr>
            <a:lvl9pPr indent="0" lvl="8"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5" name="Shape 65"/>
        <p:cNvGrpSpPr/>
        <p:nvPr/>
      </p:nvGrpSpPr>
      <p:grpSpPr>
        <a:xfrm>
          <a:off x="0" y="0"/>
          <a:ext cx="0" cy="0"/>
          <a:chOff x="0" y="0"/>
          <a:chExt cx="0" cy="0"/>
        </a:xfrm>
      </p:grpSpPr>
      <p:sp>
        <p:nvSpPr>
          <p:cNvPr id="66" name="Google Shape;66;p41"/>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1"/>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41"/>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41"/>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1pPr>
            <a:lvl2pPr indent="0" lvl="1"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2pPr>
            <a:lvl3pPr indent="0" lvl="2"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3pPr>
            <a:lvl4pPr indent="0" lvl="3"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4pPr>
            <a:lvl5pPr indent="0" lvl="4"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5pPr>
            <a:lvl6pPr indent="0" lvl="5"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6pPr>
            <a:lvl7pPr indent="0" lvl="6"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7pPr>
            <a:lvl8pPr indent="0" lvl="7"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8pPr>
            <a:lvl9pPr indent="0" lvl="8"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0" name="Shape 70"/>
        <p:cNvGrpSpPr/>
        <p:nvPr/>
      </p:nvGrpSpPr>
      <p:grpSpPr>
        <a:xfrm>
          <a:off x="0" y="0"/>
          <a:ext cx="0" cy="0"/>
          <a:chOff x="0" y="0"/>
          <a:chExt cx="0" cy="0"/>
        </a:xfrm>
      </p:grpSpPr>
      <p:sp>
        <p:nvSpPr>
          <p:cNvPr id="71" name="Google Shape;71;p42"/>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72" name="Google Shape;72;p42"/>
          <p:cNvSpPr/>
          <p:nvPr/>
        </p:nvSpPr>
        <p:spPr>
          <a:xfrm>
            <a:off x="63500" y="69850"/>
            <a:ext cx="9013825" cy="6692900"/>
          </a:xfrm>
          <a:prstGeom prst="roundRect">
            <a:avLst>
              <a:gd fmla="val 4929" name="adj"/>
            </a:avLst>
          </a:prstGeom>
          <a:solidFill>
            <a:schemeClr val="lt1"/>
          </a:solid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73" name="Google Shape;73;p42"/>
          <p:cNvSpPr txBox="1"/>
          <p:nvPr>
            <p:ph type="title"/>
          </p:nvPr>
        </p:nvSpPr>
        <p:spPr>
          <a:xfrm>
            <a:off x="914400" y="273050"/>
            <a:ext cx="7772400" cy="1143000"/>
          </a:xfrm>
          <a:prstGeom prst="rect">
            <a:avLst/>
          </a:prstGeom>
          <a:noFill/>
          <a:ln>
            <a:noFill/>
          </a:ln>
        </p:spPr>
        <p:txBody>
          <a:bodyPr anchorCtr="0" anchor="b" bIns="91425" lIns="91425" spcFirstLastPara="1" rIns="91425" wrap="square" tIns="45700">
            <a:noAutofit/>
          </a:bodyPr>
          <a:lstStyle>
            <a:lvl1pPr lvl="0" algn="l">
              <a:spcBef>
                <a:spcPts val="0"/>
              </a:spcBef>
              <a:spcAft>
                <a:spcPts val="0"/>
              </a:spcAft>
              <a:buClr>
                <a:schemeClr val="dk2"/>
              </a:buClr>
              <a:buSzPts val="4000"/>
              <a:buFont typeface="Libre Franklin"/>
              <a:buNone/>
              <a:defRPr b="0" sz="4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42"/>
          <p:cNvSpPr txBox="1"/>
          <p:nvPr>
            <p:ph idx="1" type="body"/>
          </p:nvPr>
        </p:nvSpPr>
        <p:spPr>
          <a:xfrm>
            <a:off x="914400" y="1600200"/>
            <a:ext cx="1905000" cy="4495800"/>
          </a:xfrm>
          <a:prstGeom prst="rect">
            <a:avLst/>
          </a:prstGeom>
          <a:noFill/>
          <a:ln>
            <a:noFill/>
          </a:ln>
        </p:spPr>
        <p:txBody>
          <a:bodyPr anchorCtr="0" anchor="t" bIns="45700" lIns="91425" spcFirstLastPara="1" rIns="91425" wrap="square" tIns="45700">
            <a:noAutofit/>
          </a:bodyPr>
          <a:lstStyle>
            <a:lvl1pPr indent="-228600" lvl="0" marL="457200" algn="l">
              <a:spcBef>
                <a:spcPts val="575"/>
              </a:spcBef>
              <a:spcAft>
                <a:spcPts val="0"/>
              </a:spcAft>
              <a:buSzPts val="1530"/>
              <a:buNone/>
              <a:defRPr sz="1800"/>
            </a:lvl1pPr>
            <a:lvl2pPr indent="-228600" lvl="1" marL="914400" algn="l">
              <a:spcBef>
                <a:spcPts val="375"/>
              </a:spcBef>
              <a:spcAft>
                <a:spcPts val="0"/>
              </a:spcAft>
              <a:buSzPts val="1020"/>
              <a:buNone/>
              <a:defRPr sz="1200"/>
            </a:lvl2pPr>
            <a:lvl3pPr indent="-228600" lvl="2" marL="1371600" algn="l">
              <a:spcBef>
                <a:spcPts val="375"/>
              </a:spcBef>
              <a:spcAft>
                <a:spcPts val="0"/>
              </a:spcAft>
              <a:buSzPts val="850"/>
              <a:buNone/>
              <a:defRPr sz="1000"/>
            </a:lvl3pPr>
            <a:lvl4pPr indent="-228600" lvl="3" marL="1828800" algn="l">
              <a:spcBef>
                <a:spcPts val="375"/>
              </a:spcBef>
              <a:spcAft>
                <a:spcPts val="0"/>
              </a:spcAft>
              <a:buSzPts val="720"/>
              <a:buNone/>
              <a:defRPr sz="900"/>
            </a:lvl4pPr>
            <a:lvl5pPr indent="-228600" lvl="4" marL="2286000" algn="l">
              <a:spcBef>
                <a:spcPts val="375"/>
              </a:spcBef>
              <a:spcAft>
                <a:spcPts val="0"/>
              </a:spcAft>
              <a:buSzPts val="900"/>
              <a:buFont typeface="Libre Baskerville"/>
              <a:buNone/>
              <a:defRPr sz="900"/>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75" name="Google Shape;75;p42"/>
          <p:cNvSpPr txBox="1"/>
          <p:nvPr>
            <p:ph idx="2" type="body"/>
          </p:nvPr>
        </p:nvSpPr>
        <p:spPr>
          <a:xfrm>
            <a:off x="2971800" y="1600200"/>
            <a:ext cx="5715000" cy="4495800"/>
          </a:xfrm>
          <a:prstGeom prst="rect">
            <a:avLst/>
          </a:prstGeom>
          <a:noFill/>
          <a:ln>
            <a:noFill/>
          </a:ln>
        </p:spPr>
        <p:txBody>
          <a:bodyPr anchorCtr="0" anchor="t" bIns="45700" lIns="91425" spcFirstLastPara="1" rIns="91425" wrap="square" tIns="45700">
            <a:noAutofit/>
          </a:bodyPr>
          <a:lstStyle>
            <a:lvl1pPr indent="-325755" lvl="0" marL="457200" algn="l">
              <a:spcBef>
                <a:spcPts val="575"/>
              </a:spcBef>
              <a:spcAft>
                <a:spcPts val="0"/>
              </a:spcAft>
              <a:buSzPts val="1530"/>
              <a:buChar char="⚫"/>
              <a:defRPr/>
            </a:lvl1pPr>
            <a:lvl2pPr indent="-325755" lvl="1" marL="914400" algn="l">
              <a:spcBef>
                <a:spcPts val="375"/>
              </a:spcBef>
              <a:spcAft>
                <a:spcPts val="0"/>
              </a:spcAft>
              <a:buSzPts val="1530"/>
              <a:buChar char="⚫"/>
              <a:defRPr/>
            </a:lvl2pPr>
            <a:lvl3pPr indent="-325755" lvl="2" marL="1371600" algn="l">
              <a:spcBef>
                <a:spcPts val="375"/>
              </a:spcBef>
              <a:spcAft>
                <a:spcPts val="0"/>
              </a:spcAft>
              <a:buSzPts val="1530"/>
              <a:buChar char="⚫"/>
              <a:defRPr/>
            </a:lvl3pPr>
            <a:lvl4pPr indent="-320039" lvl="3" marL="1828800" algn="l">
              <a:spcBef>
                <a:spcPts val="375"/>
              </a:spcBef>
              <a:spcAft>
                <a:spcPts val="0"/>
              </a:spcAft>
              <a:buSzPts val="1440"/>
              <a:buChar char="⚫"/>
              <a:defRPr/>
            </a:lvl4pPr>
            <a:lvl5pPr indent="-342900" lvl="4" marL="2286000" algn="l">
              <a:spcBef>
                <a:spcPts val="375"/>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76" name="Google Shape;76;p42"/>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2"/>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2"/>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1pPr>
            <a:lvl2pPr indent="0" lvl="1"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2pPr>
            <a:lvl3pPr indent="0" lvl="2"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3pPr>
            <a:lvl4pPr indent="0" lvl="3"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4pPr>
            <a:lvl5pPr indent="0" lvl="4"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5pPr>
            <a:lvl6pPr indent="0" lvl="5"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6pPr>
            <a:lvl7pPr indent="0" lvl="6"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7pPr>
            <a:lvl8pPr indent="0" lvl="7"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8pPr>
            <a:lvl9pPr indent="0" lvl="8"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9" name="Shape 79"/>
        <p:cNvGrpSpPr/>
        <p:nvPr/>
      </p:nvGrpSpPr>
      <p:grpSpPr>
        <a:xfrm>
          <a:off x="0" y="0"/>
          <a:ext cx="0" cy="0"/>
          <a:chOff x="0" y="0"/>
          <a:chExt cx="0" cy="0"/>
        </a:xfrm>
      </p:grpSpPr>
      <p:sp>
        <p:nvSpPr>
          <p:cNvPr id="80" name="Google Shape;80;p43"/>
          <p:cNvSpPr/>
          <p:nvPr/>
        </p:nvSpPr>
        <p:spPr>
          <a:xfrm flipH="1" rot="10800000">
            <a:off x="68263" y="4683125"/>
            <a:ext cx="9007475" cy="9207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81" name="Google Shape;81;p43"/>
          <p:cNvSpPr/>
          <p:nvPr/>
        </p:nvSpPr>
        <p:spPr>
          <a:xfrm>
            <a:off x="68263" y="4649788"/>
            <a:ext cx="9007475" cy="46037"/>
          </a:xfrm>
          <a:prstGeom prst="rect">
            <a:avLst/>
          </a:prstGeom>
          <a:solidFill>
            <a:srgbClr val="E6AFA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82" name="Google Shape;82;p43"/>
          <p:cNvSpPr/>
          <p:nvPr/>
        </p:nvSpPr>
        <p:spPr>
          <a:xfrm>
            <a:off x="68263" y="4773613"/>
            <a:ext cx="9007475" cy="47625"/>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83" name="Google Shape;83;p43"/>
          <p:cNvSpPr txBox="1"/>
          <p:nvPr>
            <p:ph type="title"/>
          </p:nvPr>
        </p:nvSpPr>
        <p:spPr>
          <a:xfrm>
            <a:off x="914400" y="4900550"/>
            <a:ext cx="7315200" cy="522288"/>
          </a:xfrm>
          <a:prstGeom prst="rect">
            <a:avLst/>
          </a:prstGeom>
          <a:noFill/>
          <a:ln>
            <a:noFill/>
          </a:ln>
        </p:spPr>
        <p:txBody>
          <a:bodyPr anchorCtr="0" anchor="ctr" bIns="91425" lIns="91425" spcFirstLastPara="1" rIns="91425" wrap="square" tIns="45700">
            <a:noAutofit/>
          </a:bodyPr>
          <a:lstStyle>
            <a:lvl1pPr lvl="0" algn="l">
              <a:spcBef>
                <a:spcPts val="0"/>
              </a:spcBef>
              <a:spcAft>
                <a:spcPts val="0"/>
              </a:spcAft>
              <a:buClr>
                <a:schemeClr val="dk2"/>
              </a:buClr>
              <a:buSzPts val="2800"/>
              <a:buFont typeface="Libre Franklin"/>
              <a:buNone/>
              <a:defRPr b="0"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43"/>
          <p:cNvSpPr txBox="1"/>
          <p:nvPr>
            <p:ph idx="1" type="body"/>
          </p:nvPr>
        </p:nvSpPr>
        <p:spPr>
          <a:xfrm>
            <a:off x="914400" y="5445825"/>
            <a:ext cx="7315200" cy="685800"/>
          </a:xfrm>
          <a:prstGeom prst="rect">
            <a:avLst/>
          </a:prstGeom>
          <a:noFill/>
          <a:ln>
            <a:noFill/>
          </a:ln>
        </p:spPr>
        <p:txBody>
          <a:bodyPr anchorCtr="0" anchor="t" bIns="45700" lIns="91425" spcFirstLastPara="1" rIns="91425" wrap="square" tIns="45700">
            <a:noAutofit/>
          </a:bodyPr>
          <a:lstStyle>
            <a:lvl1pPr indent="-228600" lvl="0" marL="457200" algn="l">
              <a:spcBef>
                <a:spcPts val="575"/>
              </a:spcBef>
              <a:spcAft>
                <a:spcPts val="0"/>
              </a:spcAft>
              <a:buSzPts val="1360"/>
              <a:buFont typeface="Libre Baskerville"/>
              <a:buNone/>
              <a:defRPr sz="1600"/>
            </a:lvl1pPr>
            <a:lvl2pPr indent="-293369" lvl="1" marL="914400" algn="l">
              <a:spcBef>
                <a:spcPts val="375"/>
              </a:spcBef>
              <a:spcAft>
                <a:spcPts val="0"/>
              </a:spcAft>
              <a:buSzPts val="1020"/>
              <a:buChar char="⚫"/>
              <a:defRPr sz="1200"/>
            </a:lvl2pPr>
            <a:lvl3pPr indent="-282575" lvl="2" marL="1371600" algn="l">
              <a:spcBef>
                <a:spcPts val="375"/>
              </a:spcBef>
              <a:spcAft>
                <a:spcPts val="0"/>
              </a:spcAft>
              <a:buSzPts val="850"/>
              <a:buChar char="⚫"/>
              <a:defRPr sz="1000"/>
            </a:lvl3pPr>
            <a:lvl4pPr indent="-274319" lvl="3" marL="1828800" algn="l">
              <a:spcBef>
                <a:spcPts val="375"/>
              </a:spcBef>
              <a:spcAft>
                <a:spcPts val="0"/>
              </a:spcAft>
              <a:buSzPts val="720"/>
              <a:buChar char="⚫"/>
              <a:defRPr sz="900"/>
            </a:lvl4pPr>
            <a:lvl5pPr indent="-285750" lvl="4" marL="2286000" algn="l">
              <a:spcBef>
                <a:spcPts val="375"/>
              </a:spcBef>
              <a:spcAft>
                <a:spcPts val="0"/>
              </a:spcAft>
              <a:buSzPts val="900"/>
              <a:buFont typeface="Libre Baskerville"/>
              <a:buChar char="o"/>
              <a:defRPr sz="900"/>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85" name="Google Shape;85;p43"/>
          <p:cNvSpPr/>
          <p:nvPr>
            <p:ph idx="2" type="pic"/>
          </p:nvPr>
        </p:nvSpPr>
        <p:spPr>
          <a:xfrm>
            <a:off x="68308" y="66675"/>
            <a:ext cx="9001873" cy="4581525"/>
          </a:xfrm>
          <a:prstGeom prst="round2SameRect">
            <a:avLst>
              <a:gd fmla="val 7101" name="adj1"/>
              <a:gd fmla="val 0" name="adj2"/>
            </a:avLst>
          </a:prstGeom>
          <a:solidFill>
            <a:schemeClr val="lt2"/>
          </a:solidFill>
          <a:ln cap="flat" cmpd="sng" w="9525">
            <a:solidFill>
              <a:schemeClr val="dk1"/>
            </a:solidFill>
            <a:prstDash val="solid"/>
            <a:round/>
            <a:headEnd len="sm" w="sm" type="none"/>
            <a:tailEnd len="sm" w="sm" type="none"/>
          </a:ln>
        </p:spPr>
      </p:sp>
      <p:sp>
        <p:nvSpPr>
          <p:cNvPr id="86" name="Google Shape;86;p43"/>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43"/>
          <p:cNvSpPr txBox="1"/>
          <p:nvPr>
            <p:ph idx="11" type="ftr"/>
          </p:nvPr>
        </p:nvSpPr>
        <p:spPr>
          <a:xfrm>
            <a:off x="914400" y="6172200"/>
            <a:ext cx="38862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43"/>
          <p:cNvSpPr/>
          <p:nvPr>
            <p:ph idx="12" type="sldNum"/>
          </p:nvPr>
        </p:nvSpPr>
        <p:spPr>
          <a:xfrm>
            <a:off x="146050" y="6208713"/>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1pPr>
            <a:lvl2pPr indent="0" lvl="1"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2pPr>
            <a:lvl3pPr indent="0" lvl="2"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3pPr>
            <a:lvl4pPr indent="0" lvl="3"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4pPr>
            <a:lvl5pPr indent="0" lvl="4"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5pPr>
            <a:lvl6pPr indent="0" lvl="5"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6pPr>
            <a:lvl7pPr indent="0" lvl="6"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7pPr>
            <a:lvl8pPr indent="0" lvl="7"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8pPr>
            <a:lvl9pPr indent="0" lvl="8"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9" name="Shape 89"/>
        <p:cNvGrpSpPr/>
        <p:nvPr/>
      </p:nvGrpSpPr>
      <p:grpSpPr>
        <a:xfrm>
          <a:off x="0" y="0"/>
          <a:ext cx="0" cy="0"/>
          <a:chOff x="0" y="0"/>
          <a:chExt cx="0" cy="0"/>
        </a:xfrm>
      </p:grpSpPr>
      <p:sp>
        <p:nvSpPr>
          <p:cNvPr id="90" name="Google Shape;90;p44"/>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44"/>
          <p:cNvSpPr txBox="1"/>
          <p:nvPr>
            <p:ph idx="1" type="body"/>
          </p:nvPr>
        </p:nvSpPr>
        <p:spPr>
          <a:xfrm rot="5400000">
            <a:off x="2514600" y="-152400"/>
            <a:ext cx="4572000" cy="7772400"/>
          </a:xfrm>
          <a:prstGeom prst="rect">
            <a:avLst/>
          </a:prstGeom>
          <a:noFill/>
          <a:ln>
            <a:noFill/>
          </a:ln>
        </p:spPr>
        <p:txBody>
          <a:bodyPr anchorCtr="0" anchor="t" bIns="45700" lIns="91425" spcFirstLastPara="1" rIns="91425" wrap="square" tIns="45700">
            <a:noAutofit/>
          </a:bodyPr>
          <a:lstStyle>
            <a:lvl1pPr indent="-325755" lvl="0" marL="457200" algn="l">
              <a:spcBef>
                <a:spcPts val="575"/>
              </a:spcBef>
              <a:spcAft>
                <a:spcPts val="0"/>
              </a:spcAft>
              <a:buSzPts val="1530"/>
              <a:buChar char="⚫"/>
              <a:defRPr/>
            </a:lvl1pPr>
            <a:lvl2pPr indent="-325755" lvl="1" marL="914400" algn="l">
              <a:spcBef>
                <a:spcPts val="375"/>
              </a:spcBef>
              <a:spcAft>
                <a:spcPts val="0"/>
              </a:spcAft>
              <a:buSzPts val="1530"/>
              <a:buChar char="⚫"/>
              <a:defRPr/>
            </a:lvl2pPr>
            <a:lvl3pPr indent="-325755" lvl="2" marL="1371600" algn="l">
              <a:spcBef>
                <a:spcPts val="375"/>
              </a:spcBef>
              <a:spcAft>
                <a:spcPts val="0"/>
              </a:spcAft>
              <a:buSzPts val="1530"/>
              <a:buChar char="⚫"/>
              <a:defRPr/>
            </a:lvl3pPr>
            <a:lvl4pPr indent="-320039" lvl="3" marL="1828800" algn="l">
              <a:spcBef>
                <a:spcPts val="375"/>
              </a:spcBef>
              <a:spcAft>
                <a:spcPts val="0"/>
              </a:spcAft>
              <a:buSzPts val="1440"/>
              <a:buChar char="⚫"/>
              <a:defRPr/>
            </a:lvl4pPr>
            <a:lvl5pPr indent="-342900" lvl="4" marL="2286000" algn="l">
              <a:spcBef>
                <a:spcPts val="375"/>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92" name="Google Shape;92;p44"/>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44"/>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44"/>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1pPr>
            <a:lvl2pPr indent="0" lvl="1"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2pPr>
            <a:lvl3pPr indent="0" lvl="2"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3pPr>
            <a:lvl4pPr indent="0" lvl="3"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4pPr>
            <a:lvl5pPr indent="0" lvl="4"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5pPr>
            <a:lvl6pPr indent="0" lvl="5"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6pPr>
            <a:lvl7pPr indent="0" lvl="6"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7pPr>
            <a:lvl8pPr indent="0" lvl="7"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8pPr>
            <a:lvl9pPr indent="0" lvl="8"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5" name="Shape 95"/>
        <p:cNvGrpSpPr/>
        <p:nvPr/>
      </p:nvGrpSpPr>
      <p:grpSpPr>
        <a:xfrm>
          <a:off x="0" y="0"/>
          <a:ext cx="0" cy="0"/>
          <a:chOff x="0" y="0"/>
          <a:chExt cx="0" cy="0"/>
        </a:xfrm>
      </p:grpSpPr>
      <p:sp>
        <p:nvSpPr>
          <p:cNvPr id="96" name="Google Shape;96;p45"/>
          <p:cNvSpPr txBox="1"/>
          <p:nvPr>
            <p:ph type="title"/>
          </p:nvPr>
        </p:nvSpPr>
        <p:spPr>
          <a:xfrm rot="5400000">
            <a:off x="4709478" y="2194564"/>
            <a:ext cx="5851525" cy="2011680"/>
          </a:xfrm>
          <a:prstGeom prst="rect">
            <a:avLst/>
          </a:prstGeom>
          <a:noFill/>
          <a:ln>
            <a:noFill/>
          </a:ln>
        </p:spPr>
        <p:txBody>
          <a:bodyPr anchorCtr="0" anchor="b" bIns="91425"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45"/>
          <p:cNvSpPr txBox="1"/>
          <p:nvPr>
            <p:ph idx="1" type="body"/>
          </p:nvPr>
        </p:nvSpPr>
        <p:spPr>
          <a:xfrm rot="5400000">
            <a:off x="769938" y="419103"/>
            <a:ext cx="5851525" cy="5562600"/>
          </a:xfrm>
          <a:prstGeom prst="rect">
            <a:avLst/>
          </a:prstGeom>
          <a:noFill/>
          <a:ln>
            <a:noFill/>
          </a:ln>
        </p:spPr>
        <p:txBody>
          <a:bodyPr anchorCtr="0" anchor="t" bIns="45700" lIns="91425" spcFirstLastPara="1" rIns="91425" wrap="square" tIns="45700">
            <a:noAutofit/>
          </a:bodyPr>
          <a:lstStyle>
            <a:lvl1pPr indent="-325755" lvl="0" marL="457200" algn="l">
              <a:spcBef>
                <a:spcPts val="575"/>
              </a:spcBef>
              <a:spcAft>
                <a:spcPts val="0"/>
              </a:spcAft>
              <a:buSzPts val="1530"/>
              <a:buChar char="⚫"/>
              <a:defRPr/>
            </a:lvl1pPr>
            <a:lvl2pPr indent="-325755" lvl="1" marL="914400" algn="l">
              <a:spcBef>
                <a:spcPts val="375"/>
              </a:spcBef>
              <a:spcAft>
                <a:spcPts val="0"/>
              </a:spcAft>
              <a:buSzPts val="1530"/>
              <a:buChar char="⚫"/>
              <a:defRPr/>
            </a:lvl2pPr>
            <a:lvl3pPr indent="-325755" lvl="2" marL="1371600" algn="l">
              <a:spcBef>
                <a:spcPts val="375"/>
              </a:spcBef>
              <a:spcAft>
                <a:spcPts val="0"/>
              </a:spcAft>
              <a:buSzPts val="1530"/>
              <a:buChar char="⚫"/>
              <a:defRPr/>
            </a:lvl3pPr>
            <a:lvl4pPr indent="-320039" lvl="3" marL="1828800" algn="l">
              <a:spcBef>
                <a:spcPts val="375"/>
              </a:spcBef>
              <a:spcAft>
                <a:spcPts val="0"/>
              </a:spcAft>
              <a:buSzPts val="1440"/>
              <a:buChar char="⚫"/>
              <a:defRPr/>
            </a:lvl4pPr>
            <a:lvl5pPr indent="-342900" lvl="4" marL="2286000" algn="l">
              <a:spcBef>
                <a:spcPts val="375"/>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98" name="Google Shape;98;p45"/>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45"/>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45"/>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1pPr>
            <a:lvl2pPr indent="0" lvl="1"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2pPr>
            <a:lvl3pPr indent="0" lvl="2"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3pPr>
            <a:lvl4pPr indent="0" lvl="3"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4pPr>
            <a:lvl5pPr indent="0" lvl="4"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5pPr>
            <a:lvl6pPr indent="0" lvl="5"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6pPr>
            <a:lvl7pPr indent="0" lvl="6"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7pPr>
            <a:lvl8pPr indent="0" lvl="7"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8pPr>
            <a:lvl9pPr indent="0" lvl="8" marL="0" marR="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4"/>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 name="Google Shape;11;p34"/>
          <p:cNvSpPr/>
          <p:nvPr/>
        </p:nvSpPr>
        <p:spPr>
          <a:xfrm>
            <a:off x="63500" y="69850"/>
            <a:ext cx="9013825" cy="6692900"/>
          </a:xfrm>
          <a:prstGeom prst="roundRect">
            <a:avLst>
              <a:gd fmla="val 4929" name="adj"/>
            </a:avLst>
          </a:prstGeom>
          <a:solidFill>
            <a:schemeClr val="lt1"/>
          </a:solid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 name="Google Shape;12;p34"/>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lvl1pPr lvl="0" marR="0" rtl="0" algn="l">
              <a:spcBef>
                <a:spcPts val="0"/>
              </a:spcBef>
              <a:spcAft>
                <a:spcPts val="0"/>
              </a:spcAft>
              <a:buSzPts val="1400"/>
              <a:buNone/>
              <a:defRPr b="0" i="0" sz="4000" u="none" cap="none" strike="noStrike">
                <a:solidFill>
                  <a:schemeClr val="dk2"/>
                </a:solidFill>
                <a:latin typeface="Libre Franklin"/>
                <a:ea typeface="Libre Franklin"/>
                <a:cs typeface="Libre Franklin"/>
                <a:sym typeface="Libre Franklin"/>
              </a:defRPr>
            </a:lvl1pPr>
            <a:lvl2pPr lvl="1" marR="0" rtl="0" algn="l">
              <a:spcBef>
                <a:spcPts val="0"/>
              </a:spcBef>
              <a:spcAft>
                <a:spcPts val="0"/>
              </a:spcAft>
              <a:buSzPts val="1400"/>
              <a:buNone/>
              <a:defRPr b="0" i="0" sz="4000" u="none" cap="none" strike="noStrike">
                <a:solidFill>
                  <a:schemeClr val="dk2"/>
                </a:solidFill>
                <a:latin typeface="Libre Franklin"/>
                <a:ea typeface="Libre Franklin"/>
                <a:cs typeface="Libre Franklin"/>
                <a:sym typeface="Libre Franklin"/>
              </a:defRPr>
            </a:lvl2pPr>
            <a:lvl3pPr lvl="2" marR="0" rtl="0" algn="l">
              <a:spcBef>
                <a:spcPts val="0"/>
              </a:spcBef>
              <a:spcAft>
                <a:spcPts val="0"/>
              </a:spcAft>
              <a:buSzPts val="1400"/>
              <a:buNone/>
              <a:defRPr b="0" i="0" sz="4000" u="none" cap="none" strike="noStrike">
                <a:solidFill>
                  <a:schemeClr val="dk2"/>
                </a:solidFill>
                <a:latin typeface="Libre Franklin"/>
                <a:ea typeface="Libre Franklin"/>
                <a:cs typeface="Libre Franklin"/>
                <a:sym typeface="Libre Franklin"/>
              </a:defRPr>
            </a:lvl3pPr>
            <a:lvl4pPr lvl="3" marR="0" rtl="0" algn="l">
              <a:spcBef>
                <a:spcPts val="0"/>
              </a:spcBef>
              <a:spcAft>
                <a:spcPts val="0"/>
              </a:spcAft>
              <a:buSzPts val="1400"/>
              <a:buNone/>
              <a:defRPr b="0" i="0" sz="4000" u="none" cap="none" strike="noStrike">
                <a:solidFill>
                  <a:schemeClr val="dk2"/>
                </a:solidFill>
                <a:latin typeface="Libre Franklin"/>
                <a:ea typeface="Libre Franklin"/>
                <a:cs typeface="Libre Franklin"/>
                <a:sym typeface="Libre Franklin"/>
              </a:defRPr>
            </a:lvl4pPr>
            <a:lvl5pPr lvl="4" marR="0" rtl="0" algn="l">
              <a:spcBef>
                <a:spcPts val="0"/>
              </a:spcBef>
              <a:spcAft>
                <a:spcPts val="0"/>
              </a:spcAft>
              <a:buSzPts val="1400"/>
              <a:buNone/>
              <a:defRPr b="0" i="0" sz="4000" u="none" cap="none" strike="noStrike">
                <a:solidFill>
                  <a:schemeClr val="dk2"/>
                </a:solidFill>
                <a:latin typeface="Libre Franklin"/>
                <a:ea typeface="Libre Franklin"/>
                <a:cs typeface="Libre Franklin"/>
                <a:sym typeface="Libre Franklin"/>
              </a:defRPr>
            </a:lvl5pPr>
            <a:lvl6pPr lvl="5" marR="0" rtl="0" algn="l">
              <a:spcBef>
                <a:spcPts val="0"/>
              </a:spcBef>
              <a:spcAft>
                <a:spcPts val="0"/>
              </a:spcAft>
              <a:buSzPts val="1400"/>
              <a:buNone/>
              <a:defRPr b="0" i="0" sz="4000" u="none" cap="none" strike="noStrike">
                <a:solidFill>
                  <a:schemeClr val="dk2"/>
                </a:solidFill>
                <a:latin typeface="Libre Franklin"/>
                <a:ea typeface="Libre Franklin"/>
                <a:cs typeface="Libre Franklin"/>
                <a:sym typeface="Libre Franklin"/>
              </a:defRPr>
            </a:lvl6pPr>
            <a:lvl7pPr lvl="6" marR="0" rtl="0" algn="l">
              <a:spcBef>
                <a:spcPts val="0"/>
              </a:spcBef>
              <a:spcAft>
                <a:spcPts val="0"/>
              </a:spcAft>
              <a:buSzPts val="1400"/>
              <a:buNone/>
              <a:defRPr b="0" i="0" sz="4000" u="none" cap="none" strike="noStrike">
                <a:solidFill>
                  <a:schemeClr val="dk2"/>
                </a:solidFill>
                <a:latin typeface="Libre Franklin"/>
                <a:ea typeface="Libre Franklin"/>
                <a:cs typeface="Libre Franklin"/>
                <a:sym typeface="Libre Franklin"/>
              </a:defRPr>
            </a:lvl7pPr>
            <a:lvl8pPr lvl="7" marR="0" rtl="0" algn="l">
              <a:spcBef>
                <a:spcPts val="0"/>
              </a:spcBef>
              <a:spcAft>
                <a:spcPts val="0"/>
              </a:spcAft>
              <a:buSzPts val="1400"/>
              <a:buNone/>
              <a:defRPr b="0" i="0" sz="4000" u="none" cap="none" strike="noStrike">
                <a:solidFill>
                  <a:schemeClr val="dk2"/>
                </a:solidFill>
                <a:latin typeface="Libre Franklin"/>
                <a:ea typeface="Libre Franklin"/>
                <a:cs typeface="Libre Franklin"/>
                <a:sym typeface="Libre Franklin"/>
              </a:defRPr>
            </a:lvl8pPr>
            <a:lvl9pPr lvl="8" marR="0" rtl="0" algn="l">
              <a:spcBef>
                <a:spcPts val="0"/>
              </a:spcBef>
              <a:spcAft>
                <a:spcPts val="0"/>
              </a:spcAft>
              <a:buSzPts val="1400"/>
              <a:buNone/>
              <a:defRPr b="0" i="0" sz="4000" u="none" cap="none" strike="noStrike">
                <a:solidFill>
                  <a:schemeClr val="dk2"/>
                </a:solidFill>
                <a:latin typeface="Libre Franklin"/>
                <a:ea typeface="Libre Franklin"/>
                <a:cs typeface="Libre Franklin"/>
                <a:sym typeface="Libre Franklin"/>
              </a:defRPr>
            </a:lvl9pPr>
          </a:lstStyle>
          <a:p/>
        </p:txBody>
      </p:sp>
      <p:sp>
        <p:nvSpPr>
          <p:cNvPr id="13" name="Google Shape;13;p34"/>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Autofit/>
          </a:bodyPr>
          <a:lstStyle>
            <a:lvl1pPr indent="-368935" lvl="0" marL="457200" marR="0" rtl="0" algn="l">
              <a:spcBef>
                <a:spcPts val="575"/>
              </a:spcBef>
              <a:spcAft>
                <a:spcPts val="0"/>
              </a:spcAft>
              <a:buClr>
                <a:schemeClr val="accent1"/>
              </a:buClr>
              <a:buSzPts val="2210"/>
              <a:buFont typeface="Noto Sans Symbols"/>
              <a:buChar char="⚫"/>
              <a:defRPr b="0" i="0" sz="2600" u="none" cap="none" strike="noStrike">
                <a:solidFill>
                  <a:schemeClr val="dk1"/>
                </a:solidFill>
                <a:latin typeface="Libre Baskerville"/>
                <a:ea typeface="Libre Baskerville"/>
                <a:cs typeface="Libre Baskerville"/>
                <a:sym typeface="Libre Baskerville"/>
              </a:defRPr>
            </a:lvl1pPr>
            <a:lvl2pPr indent="-358140" lvl="1" marL="914400" marR="0" rtl="0" algn="l">
              <a:spcBef>
                <a:spcPts val="375"/>
              </a:spcBef>
              <a:spcAft>
                <a:spcPts val="0"/>
              </a:spcAft>
              <a:buClr>
                <a:schemeClr val="accent2"/>
              </a:buClr>
              <a:buSzPts val="2040"/>
              <a:buFont typeface="Noto Sans Symbols"/>
              <a:buChar char="⚫"/>
              <a:defRPr b="0" i="0" sz="2400" u="none" cap="none" strike="noStrike">
                <a:solidFill>
                  <a:schemeClr val="dk1"/>
                </a:solidFill>
                <a:latin typeface="Libre Baskerville"/>
                <a:ea typeface="Libre Baskerville"/>
                <a:cs typeface="Libre Baskerville"/>
                <a:sym typeface="Libre Baskerville"/>
              </a:defRPr>
            </a:lvl2pPr>
            <a:lvl3pPr indent="-336550" lvl="2" marL="1371600" marR="0" rtl="0" algn="l">
              <a:spcBef>
                <a:spcPts val="375"/>
              </a:spcBef>
              <a:spcAft>
                <a:spcPts val="0"/>
              </a:spcAft>
              <a:buClr>
                <a:srgbClr val="E6B1AB"/>
              </a:buClr>
              <a:buSzPts val="1700"/>
              <a:buFont typeface="Noto Sans Symbols"/>
              <a:buChar char="⚫"/>
              <a:defRPr b="0" i="0" sz="2000" u="none" cap="none" strike="noStrike">
                <a:solidFill>
                  <a:schemeClr val="dk1"/>
                </a:solidFill>
                <a:latin typeface="Libre Baskerville"/>
                <a:ea typeface="Libre Baskerville"/>
                <a:cs typeface="Libre Baskerville"/>
                <a:sym typeface="Libre Baskerville"/>
              </a:defRPr>
            </a:lvl3pPr>
            <a:lvl4pPr indent="-330200" lvl="3" marL="1828800" marR="0" rtl="0" algn="l">
              <a:spcBef>
                <a:spcPts val="375"/>
              </a:spcBef>
              <a:spcAft>
                <a:spcPts val="0"/>
              </a:spcAft>
              <a:buClr>
                <a:srgbClr val="A28E6A"/>
              </a:buClr>
              <a:buSzPts val="1600"/>
              <a:buFont typeface="Noto Sans Symbols"/>
              <a:buChar char="⚫"/>
              <a:defRPr b="0" i="0" sz="2000" u="none" cap="none" strike="noStrike">
                <a:solidFill>
                  <a:schemeClr val="dk1"/>
                </a:solidFill>
                <a:latin typeface="Libre Baskerville"/>
                <a:ea typeface="Libre Baskerville"/>
                <a:cs typeface="Libre Baskerville"/>
                <a:sym typeface="Libre Baskerville"/>
              </a:defRPr>
            </a:lvl4pPr>
            <a:lvl5pPr indent="-355600" lvl="4" marL="2286000" marR="0" rtl="0" algn="l">
              <a:spcBef>
                <a:spcPts val="375"/>
              </a:spcBef>
              <a:spcAft>
                <a:spcPts val="0"/>
              </a:spcAft>
              <a:buClr>
                <a:srgbClr val="A28E6A"/>
              </a:buClr>
              <a:buSzPts val="2000"/>
              <a:buFont typeface="Libre Baskerville"/>
              <a:buChar char="o"/>
              <a:defRPr b="0" i="0" sz="2000" u="none" cap="none" strike="noStrike">
                <a:solidFill>
                  <a:schemeClr val="dk1"/>
                </a:solidFill>
                <a:latin typeface="Libre Baskerville"/>
                <a:ea typeface="Libre Baskerville"/>
                <a:cs typeface="Libre Baskerville"/>
                <a:sym typeface="Libre Baskerville"/>
              </a:defRPr>
            </a:lvl5pPr>
            <a:lvl6pPr indent="-342900" lvl="5" marL="2743200" marR="0" rtl="0" algn="l">
              <a:spcBef>
                <a:spcPts val="370"/>
              </a:spcBef>
              <a:spcAft>
                <a:spcPts val="0"/>
              </a:spcAft>
              <a:buClr>
                <a:schemeClr val="accent3"/>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6pPr>
            <a:lvl7pPr indent="-342900" lvl="6" marL="3200400" marR="0" rtl="0" algn="l">
              <a:spcBef>
                <a:spcPts val="370"/>
              </a:spcBef>
              <a:spcAft>
                <a:spcPts val="0"/>
              </a:spcAft>
              <a:buClr>
                <a:schemeClr val="accent2"/>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7pPr>
            <a:lvl8pPr indent="-342900" lvl="7" marL="3657600" marR="0" rtl="0" algn="l">
              <a:spcBef>
                <a:spcPts val="370"/>
              </a:spcBef>
              <a:spcAft>
                <a:spcPts val="0"/>
              </a:spcAft>
              <a:buClr>
                <a:srgbClr val="E6AFA9"/>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8pPr>
            <a:lvl9pPr indent="-342900" lvl="8" marL="4114800" marR="0" rtl="0" algn="l">
              <a:spcBef>
                <a:spcPts val="370"/>
              </a:spcBef>
              <a:spcAft>
                <a:spcPts val="0"/>
              </a:spcAft>
              <a:buClr>
                <a:srgbClr val="CAABA9"/>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9pPr>
          </a:lstStyle>
          <a:p/>
        </p:txBody>
      </p:sp>
      <p:sp>
        <p:nvSpPr>
          <p:cNvPr id="14" name="Google Shape;14;p34"/>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400" u="none" cap="none" strike="noStrike">
                <a:solidFill>
                  <a:schemeClr val="dk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5" name="Google Shape;15;p34"/>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6" name="Google Shape;16;p34"/>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rtl="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1pPr>
            <a:lvl2pPr indent="0" lvl="1" marL="0" marR="0" rtl="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2pPr>
            <a:lvl3pPr indent="0" lvl="2" marL="0" marR="0" rtl="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3pPr>
            <a:lvl4pPr indent="0" lvl="3" marL="0" marR="0" rtl="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4pPr>
            <a:lvl5pPr indent="0" lvl="4" marL="0" marR="0" rtl="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5pPr>
            <a:lvl6pPr indent="0" lvl="5" marL="0" marR="0" rtl="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6pPr>
            <a:lvl7pPr indent="0" lvl="6" marL="0" marR="0" rtl="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7pPr>
            <a:lvl8pPr indent="0" lvl="7" marL="0" marR="0" rtl="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8pPr>
            <a:lvl9pPr indent="0" lvl="8" marL="0" marR="0" rtl="0" algn="ctr">
              <a:spcBef>
                <a:spcPts val="0"/>
              </a:spcBef>
              <a:spcAft>
                <a:spcPts val="0"/>
              </a:spcAft>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5.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9.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9.png"/><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hyperlink" Target="https://en.wikipedia.org/wiki/Kruskal's_algorithm" TargetMode="External"/><Relationship Id="rId4" Type="http://schemas.openxmlformats.org/officeDocument/2006/relationships/hyperlink" Target="https://en.wikipedia.org/wiki/Bor%C5%AFvka's_algorithm" TargetMode="External"/><Relationship Id="rId5" Type="http://schemas.openxmlformats.org/officeDocument/2006/relationships/hyperlink" Target="https://en.wikipedia.org/wiki/Prim's_algorithm#cite_note-8" TargetMode="External"/><Relationship Id="rId6" Type="http://schemas.openxmlformats.org/officeDocument/2006/relationships/hyperlink" Target="https://en.wikipedia.org/wiki/Connected_component_(graph_theory)"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
          <p:cNvSpPr txBox="1"/>
          <p:nvPr>
            <p:ph type="ctrTitle"/>
          </p:nvPr>
        </p:nvSpPr>
        <p:spPr>
          <a:xfrm>
            <a:off x="468313" y="1412875"/>
            <a:ext cx="8229600" cy="1635125"/>
          </a:xfrm>
          <a:prstGeom prst="rect">
            <a:avLst/>
          </a:prstGeom>
          <a:noFill/>
          <a:ln>
            <a:noFill/>
          </a:ln>
        </p:spPr>
        <p:txBody>
          <a:bodyPr anchorCtr="0" anchor="ctr" bIns="91425" lIns="91425" spcFirstLastPara="1" rIns="91425" wrap="square" tIns="45700">
            <a:normAutofit fontScale="90000"/>
          </a:bodyPr>
          <a:lstStyle/>
          <a:p>
            <a:pPr indent="0" lvl="0" marL="0" rtl="0" algn="ctr">
              <a:lnSpc>
                <a:spcPct val="56712"/>
              </a:lnSpc>
              <a:spcBef>
                <a:spcPts val="0"/>
              </a:spcBef>
              <a:spcAft>
                <a:spcPts val="0"/>
              </a:spcAft>
              <a:buNone/>
            </a:pPr>
            <a:br>
              <a:rPr b="1" lang="en-US">
                <a:solidFill>
                  <a:srgbClr val="FFC000"/>
                </a:solidFill>
              </a:rPr>
            </a:br>
            <a:br>
              <a:rPr b="1" lang="en-US" sz="7300">
                <a:solidFill>
                  <a:srgbClr val="FFC000"/>
                </a:solidFill>
                <a:latin typeface="Pinyon Script"/>
                <a:ea typeface="Pinyon Script"/>
                <a:cs typeface="Pinyon Script"/>
                <a:sym typeface="Pinyon Script"/>
              </a:rPr>
            </a:br>
            <a:br>
              <a:rPr b="1" lang="en-US" sz="7300">
                <a:solidFill>
                  <a:srgbClr val="FFC000"/>
                </a:solidFill>
                <a:latin typeface="Pinyon Script"/>
                <a:ea typeface="Pinyon Script"/>
                <a:cs typeface="Pinyon Script"/>
                <a:sym typeface="Pinyon Script"/>
              </a:rPr>
            </a:br>
            <a:br>
              <a:rPr b="1" lang="en-US" sz="7300">
                <a:solidFill>
                  <a:srgbClr val="FFC000"/>
                </a:solidFill>
                <a:latin typeface="Pinyon Script"/>
                <a:ea typeface="Pinyon Script"/>
                <a:cs typeface="Pinyon Script"/>
                <a:sym typeface="Pinyon Script"/>
              </a:rPr>
            </a:br>
            <a:br>
              <a:rPr b="1" lang="en-US" sz="7300">
                <a:solidFill>
                  <a:srgbClr val="FFC000"/>
                </a:solidFill>
                <a:latin typeface="Pinyon Script"/>
                <a:ea typeface="Pinyon Script"/>
                <a:cs typeface="Pinyon Script"/>
                <a:sym typeface="Pinyon Script"/>
              </a:rPr>
            </a:br>
            <a:r>
              <a:rPr b="1" lang="en-US" sz="7300">
                <a:solidFill>
                  <a:srgbClr val="FFC000"/>
                </a:solidFill>
                <a:latin typeface="Pinyon Script"/>
                <a:ea typeface="Pinyon Script"/>
                <a:cs typeface="Pinyon Script"/>
                <a:sym typeface="Pinyon Script"/>
              </a:rPr>
              <a:t>Lecture</a:t>
            </a:r>
            <a:br>
              <a:rPr b="1" lang="en-US" sz="7300">
                <a:solidFill>
                  <a:srgbClr val="FFC000"/>
                </a:solidFill>
                <a:latin typeface="Pinyon Script"/>
                <a:ea typeface="Pinyon Script"/>
                <a:cs typeface="Pinyon Script"/>
                <a:sym typeface="Pinyon Script"/>
              </a:rPr>
            </a:br>
            <a:br>
              <a:rPr b="1" lang="en-US">
                <a:solidFill>
                  <a:srgbClr val="FFC000"/>
                </a:solidFill>
              </a:rPr>
            </a:br>
            <a:br>
              <a:rPr b="1" lang="en-US">
                <a:solidFill>
                  <a:srgbClr val="FFC000"/>
                </a:solidFill>
              </a:rPr>
            </a:br>
            <a:r>
              <a:rPr b="1" lang="en-US" sz="5300">
                <a:solidFill>
                  <a:srgbClr val="562213"/>
                </a:solidFill>
                <a:latin typeface="Pinyon Script"/>
                <a:ea typeface="Pinyon Script"/>
                <a:cs typeface="Pinyon Script"/>
                <a:sym typeface="Pinyon Script"/>
              </a:rPr>
              <a:t>Graph Continues</a:t>
            </a:r>
            <a:br>
              <a:rPr b="1" lang="en-US" sz="5300">
                <a:solidFill>
                  <a:srgbClr val="562213"/>
                </a:solidFill>
                <a:latin typeface="Pinyon Script"/>
                <a:ea typeface="Pinyon Script"/>
                <a:cs typeface="Pinyon Script"/>
                <a:sym typeface="Pinyon Script"/>
              </a:rPr>
            </a:br>
            <a:br>
              <a:rPr b="1" lang="en-US" sz="5300">
                <a:solidFill>
                  <a:srgbClr val="562213"/>
                </a:solidFill>
                <a:latin typeface="Pinyon Script"/>
                <a:ea typeface="Pinyon Script"/>
                <a:cs typeface="Pinyon Script"/>
                <a:sym typeface="Pinyon Script"/>
              </a:rPr>
            </a:br>
            <a:endParaRPr sz="5300">
              <a:solidFill>
                <a:srgbClr val="FFC000"/>
              </a:solidFill>
              <a:latin typeface="Pinyon Script"/>
              <a:ea typeface="Pinyon Script"/>
              <a:cs typeface="Pinyon Script"/>
              <a:sym typeface="Pinyon Script"/>
            </a:endParaRPr>
          </a:p>
        </p:txBody>
      </p:sp>
      <p:sp>
        <p:nvSpPr>
          <p:cNvPr id="106" name="Google Shape;106;p1"/>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spcBef>
                <a:spcPts val="0"/>
              </a:spcBef>
              <a:spcAft>
                <a:spcPts val="0"/>
              </a:spcAft>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FFFFFF"/>
              </a:solidFill>
              <a:latin typeface="Libre Franklin"/>
              <a:ea typeface="Libre Franklin"/>
              <a:cs typeface="Libre Franklin"/>
              <a:sym typeface="Libre Franklin"/>
            </a:endParaRPr>
          </a:p>
        </p:txBody>
      </p:sp>
    </p:spTree>
  </p:cSld>
  <p:clrMapOvr>
    <a:masterClrMapping/>
  </p:clrMapOvr>
  <p:transition>
    <p:random/>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None/>
            </a:pPr>
            <a:r>
              <a:rPr lang="en-US" sz="3200">
                <a:latin typeface="Libre Baskerville"/>
                <a:ea typeface="Libre Baskerville"/>
                <a:cs typeface="Libre Baskerville"/>
                <a:sym typeface="Libre Baskerville"/>
              </a:rPr>
              <a:t>Minimum Spanning Tree</a:t>
            </a:r>
            <a:endParaRPr/>
          </a:p>
        </p:txBody>
      </p:sp>
      <p:sp>
        <p:nvSpPr>
          <p:cNvPr id="113" name="Google Shape;113;p2"/>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Autofit/>
          </a:bodyPr>
          <a:lstStyle/>
          <a:p>
            <a:pPr indent="-200978" lvl="0" marL="341313" rtl="0" algn="just">
              <a:spcBef>
                <a:spcPts val="0"/>
              </a:spcBef>
              <a:spcAft>
                <a:spcPts val="0"/>
              </a:spcAft>
              <a:buSzPts val="2210"/>
              <a:buFont typeface="Arial"/>
              <a:buNone/>
            </a:pPr>
            <a:r>
              <a:t/>
            </a:r>
            <a:endParaRPr/>
          </a:p>
          <a:p>
            <a:pPr indent="-341313" lvl="0" marL="341313" rtl="0" algn="just">
              <a:spcBef>
                <a:spcPts val="575"/>
              </a:spcBef>
              <a:spcAft>
                <a:spcPts val="0"/>
              </a:spcAft>
              <a:buSzPts val="2040"/>
              <a:buFont typeface="Arial"/>
              <a:buChar char="•"/>
            </a:pPr>
            <a:r>
              <a:rPr lang="en-US" sz="2400">
                <a:highlight>
                  <a:srgbClr val="FFFF00"/>
                </a:highlight>
              </a:rPr>
              <a:t>A</a:t>
            </a:r>
            <a:r>
              <a:rPr b="1" lang="en-US" sz="2400">
                <a:highlight>
                  <a:srgbClr val="FFFF00"/>
                </a:highlight>
              </a:rPr>
              <a:t> tree </a:t>
            </a:r>
            <a:r>
              <a:rPr lang="en-US" sz="2400">
                <a:highlight>
                  <a:srgbClr val="FFFF00"/>
                </a:highlight>
              </a:rPr>
              <a:t>is a connected graph without cycles. </a:t>
            </a:r>
            <a:endParaRPr/>
          </a:p>
          <a:p>
            <a:pPr indent="-341313" lvl="0" marL="341313" rtl="0" algn="just">
              <a:spcBef>
                <a:spcPts val="575"/>
              </a:spcBef>
              <a:spcAft>
                <a:spcPts val="0"/>
              </a:spcAft>
              <a:buSzPts val="2040"/>
              <a:buFont typeface="Arial"/>
              <a:buChar char="•"/>
            </a:pPr>
            <a:r>
              <a:rPr lang="en-US" sz="2400"/>
              <a:t>A subgraph that spans (reaches out to) all vertices of a graph is called a </a:t>
            </a:r>
            <a:r>
              <a:rPr b="1" lang="en-US" sz="2400"/>
              <a:t>spanning subgraph. </a:t>
            </a:r>
            <a:endParaRPr/>
          </a:p>
          <a:p>
            <a:pPr indent="-341313" lvl="0" marL="341313" rtl="0" algn="just">
              <a:spcBef>
                <a:spcPts val="575"/>
              </a:spcBef>
              <a:spcAft>
                <a:spcPts val="0"/>
              </a:spcAft>
              <a:buSzPts val="2040"/>
              <a:buFont typeface="Arial"/>
              <a:buChar char="•"/>
            </a:pPr>
            <a:r>
              <a:rPr lang="en-US" sz="2400"/>
              <a:t>A subgraph that is a tree and that spans (reaches out to) all vertices of the original graph is called a </a:t>
            </a:r>
            <a:r>
              <a:rPr b="1" lang="en-US" sz="2400"/>
              <a:t>spanning tree. </a:t>
            </a:r>
            <a:endParaRPr/>
          </a:p>
          <a:p>
            <a:pPr indent="-341313" lvl="0" marL="341313" rtl="0" algn="just">
              <a:spcBef>
                <a:spcPts val="575"/>
              </a:spcBef>
              <a:spcAft>
                <a:spcPts val="0"/>
              </a:spcAft>
              <a:buSzPts val="2040"/>
              <a:buFont typeface="Arial"/>
              <a:buChar char="•"/>
            </a:pPr>
            <a:r>
              <a:rPr lang="en-US" sz="2400"/>
              <a:t>Among all the spanning trees of a weighted and connected graph, the one (possibly more) with the least total weight is called a </a:t>
            </a:r>
            <a:r>
              <a:rPr b="1" lang="en-US" sz="2400"/>
              <a:t>minimum spanning tree (MST).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3"/>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None/>
            </a:pPr>
            <a:r>
              <a:rPr lang="en-US"/>
              <a:t>sub graph</a:t>
            </a:r>
            <a:endParaRPr/>
          </a:p>
        </p:txBody>
      </p:sp>
      <p:pic>
        <p:nvPicPr>
          <p:cNvPr id="119" name="Google Shape;119;p3"/>
          <p:cNvPicPr preferRelativeResize="0"/>
          <p:nvPr>
            <p:ph idx="1" type="body"/>
          </p:nvPr>
        </p:nvPicPr>
        <p:blipFill rotWithShape="1">
          <a:blip r:embed="rId3">
            <a:alphaModFix/>
          </a:blip>
          <a:srcRect b="0" l="0" r="0" t="0"/>
          <a:stretch/>
        </p:blipFill>
        <p:spPr>
          <a:xfrm>
            <a:off x="1295400" y="2514600"/>
            <a:ext cx="6176963" cy="2767013"/>
          </a:xfrm>
          <a:prstGeom prst="rect">
            <a:avLst/>
          </a:prstGeom>
          <a:noFill/>
          <a:ln>
            <a:noFill/>
          </a:ln>
        </p:spPr>
      </p:pic>
      <p:sp>
        <p:nvSpPr>
          <p:cNvPr id="120" name="Google Shape;120;p3"/>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spcBef>
                <a:spcPts val="0"/>
              </a:spcBef>
              <a:spcAft>
                <a:spcPts val="0"/>
              </a:spcAft>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FFFFFF"/>
              </a:solidFill>
              <a:latin typeface="Libre Franklin"/>
              <a:ea typeface="Libre Franklin"/>
              <a:cs typeface="Libre Franklin"/>
              <a:sym typeface="Libre Frankli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4"/>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None/>
            </a:pPr>
            <a:r>
              <a:rPr lang="en-US"/>
              <a:t>Example</a:t>
            </a:r>
            <a:endParaRPr/>
          </a:p>
        </p:txBody>
      </p:sp>
      <p:pic>
        <p:nvPicPr>
          <p:cNvPr id="126" name="Google Shape;126;p4"/>
          <p:cNvPicPr preferRelativeResize="0"/>
          <p:nvPr>
            <p:ph idx="1" type="body"/>
          </p:nvPr>
        </p:nvPicPr>
        <p:blipFill rotWithShape="1">
          <a:blip r:embed="rId3">
            <a:alphaModFix/>
          </a:blip>
          <a:srcRect b="0" l="0" r="0" t="0"/>
          <a:stretch/>
        </p:blipFill>
        <p:spPr>
          <a:xfrm>
            <a:off x="3276600" y="1143000"/>
            <a:ext cx="2847975" cy="2000250"/>
          </a:xfrm>
          <a:prstGeom prst="rect">
            <a:avLst/>
          </a:prstGeom>
          <a:noFill/>
          <a:ln>
            <a:noFill/>
          </a:ln>
        </p:spPr>
      </p:pic>
      <p:sp>
        <p:nvSpPr>
          <p:cNvPr id="127" name="Google Shape;127;p4"/>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spcBef>
                <a:spcPts val="0"/>
              </a:spcBef>
              <a:spcAft>
                <a:spcPts val="0"/>
              </a:spcAft>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FFFFFF"/>
              </a:solidFill>
              <a:latin typeface="Libre Franklin"/>
              <a:ea typeface="Libre Franklin"/>
              <a:cs typeface="Libre Franklin"/>
              <a:sym typeface="Libre Franklin"/>
            </a:endParaRPr>
          </a:p>
        </p:txBody>
      </p:sp>
      <p:pic>
        <p:nvPicPr>
          <p:cNvPr id="128" name="Google Shape;128;p4"/>
          <p:cNvPicPr preferRelativeResize="0"/>
          <p:nvPr/>
        </p:nvPicPr>
        <p:blipFill rotWithShape="1">
          <a:blip r:embed="rId4">
            <a:alphaModFix/>
          </a:blip>
          <a:srcRect b="0" l="0" r="0" t="0"/>
          <a:stretch/>
        </p:blipFill>
        <p:spPr>
          <a:xfrm>
            <a:off x="1828800" y="3581400"/>
            <a:ext cx="5457825" cy="22574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5"/>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None/>
            </a:pPr>
            <a:r>
              <a:t/>
            </a:r>
            <a:endParaRPr/>
          </a:p>
        </p:txBody>
      </p:sp>
      <p:pic>
        <p:nvPicPr>
          <p:cNvPr id="135" name="Google Shape;135;p5"/>
          <p:cNvPicPr preferRelativeResize="0"/>
          <p:nvPr>
            <p:ph idx="1" type="body"/>
          </p:nvPr>
        </p:nvPicPr>
        <p:blipFill rotWithShape="1">
          <a:blip r:embed="rId3">
            <a:alphaModFix/>
          </a:blip>
          <a:srcRect b="0" l="0" r="0" t="0"/>
          <a:stretch/>
        </p:blipFill>
        <p:spPr>
          <a:xfrm>
            <a:off x="2438400" y="1752600"/>
            <a:ext cx="2838450" cy="2314575"/>
          </a:xfrm>
          <a:prstGeom prst="rect">
            <a:avLst/>
          </a:prstGeom>
          <a:noFill/>
          <a:ln>
            <a:noFill/>
          </a:ln>
        </p:spPr>
      </p:pic>
      <p:sp>
        <p:nvSpPr>
          <p:cNvPr id="136" name="Google Shape;136;p5"/>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spcBef>
                <a:spcPts val="0"/>
              </a:spcBef>
              <a:spcAft>
                <a:spcPts val="0"/>
              </a:spcAft>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FFFFFF"/>
              </a:solidFill>
              <a:latin typeface="Libre Franklin"/>
              <a:ea typeface="Libre Franklin"/>
              <a:cs typeface="Libre Franklin"/>
              <a:sym typeface="Libre Franklin"/>
            </a:endParaRPr>
          </a:p>
        </p:txBody>
      </p:sp>
      <p:pic>
        <p:nvPicPr>
          <p:cNvPr id="137" name="Google Shape;137;p5"/>
          <p:cNvPicPr preferRelativeResize="0"/>
          <p:nvPr/>
        </p:nvPicPr>
        <p:blipFill rotWithShape="1">
          <a:blip r:embed="rId4">
            <a:alphaModFix/>
          </a:blip>
          <a:srcRect b="0" l="0" r="0" t="0"/>
          <a:stretch/>
        </p:blipFill>
        <p:spPr>
          <a:xfrm>
            <a:off x="2209800" y="4267200"/>
            <a:ext cx="4638675" cy="20002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6"/>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None/>
            </a:pPr>
            <a:r>
              <a:t/>
            </a:r>
            <a:endParaRPr/>
          </a:p>
        </p:txBody>
      </p:sp>
      <p:sp>
        <p:nvSpPr>
          <p:cNvPr id="143" name="Google Shape;143;p6"/>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Autofit/>
          </a:bodyPr>
          <a:lstStyle/>
          <a:p>
            <a:pPr indent="-273050" lvl="0" marL="273050" rtl="0" algn="l">
              <a:spcBef>
                <a:spcPts val="0"/>
              </a:spcBef>
              <a:spcAft>
                <a:spcPts val="0"/>
              </a:spcAft>
              <a:buSzPts val="1870"/>
              <a:buChar char="⚫"/>
            </a:pPr>
            <a:r>
              <a:rPr lang="en-US" sz="2200"/>
              <a:t>Length of spanning tree :</a:t>
            </a:r>
            <a:endParaRPr/>
          </a:p>
          <a:p>
            <a:pPr indent="-228599" lvl="1" marL="547688" rtl="0" algn="l">
              <a:spcBef>
                <a:spcPts val="375"/>
              </a:spcBef>
              <a:spcAft>
                <a:spcPts val="0"/>
              </a:spcAft>
              <a:buSzPts val="1870"/>
              <a:buChar char="⚫"/>
            </a:pPr>
            <a:r>
              <a:rPr lang="en-US" sz="2200"/>
              <a:t>Sum of all weights of edges of spanning tree</a:t>
            </a:r>
            <a:endParaRPr/>
          </a:p>
          <a:p>
            <a:pPr indent="-228599" lvl="1" marL="547688" rtl="0" algn="l">
              <a:spcBef>
                <a:spcPts val="375"/>
              </a:spcBef>
              <a:spcAft>
                <a:spcPts val="0"/>
              </a:spcAft>
              <a:buSzPts val="1870"/>
              <a:buChar char="⚫"/>
            </a:pPr>
            <a:r>
              <a:rPr lang="en-US" sz="2200"/>
              <a:t>In previous example it is 6</a:t>
            </a:r>
            <a:endParaRPr/>
          </a:p>
        </p:txBody>
      </p:sp>
      <p:sp>
        <p:nvSpPr>
          <p:cNvPr id="144" name="Google Shape;144;p6"/>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spcBef>
                <a:spcPts val="0"/>
              </a:spcBef>
              <a:spcAft>
                <a:spcPts val="0"/>
              </a:spcAft>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FFFFFF"/>
              </a:solidFill>
              <a:latin typeface="Libre Franklin"/>
              <a:ea typeface="Libre Franklin"/>
              <a:cs typeface="Libre Franklin"/>
              <a:sym typeface="Libre Frankli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7"/>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None/>
            </a:pPr>
            <a:r>
              <a:rPr lang="en-US"/>
              <a:t>Application</a:t>
            </a:r>
            <a:endParaRPr/>
          </a:p>
        </p:txBody>
      </p:sp>
      <p:sp>
        <p:nvSpPr>
          <p:cNvPr id="151" name="Google Shape;151;p7"/>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Autofit/>
          </a:bodyPr>
          <a:lstStyle/>
          <a:p>
            <a:pPr indent="-132715" lvl="0" marL="273050" rtl="0" algn="just">
              <a:spcBef>
                <a:spcPts val="0"/>
              </a:spcBef>
              <a:spcAft>
                <a:spcPts val="0"/>
              </a:spcAft>
              <a:buSzPts val="2210"/>
              <a:buNone/>
            </a:pPr>
            <a:r>
              <a:t/>
            </a:r>
            <a:endParaRPr/>
          </a:p>
          <a:p>
            <a:pPr indent="-273050" lvl="0" marL="273050" rtl="0" algn="just">
              <a:spcBef>
                <a:spcPts val="575"/>
              </a:spcBef>
              <a:spcAft>
                <a:spcPts val="0"/>
              </a:spcAft>
              <a:buSzPts val="2210"/>
              <a:buChar char="⚫"/>
            </a:pPr>
            <a:r>
              <a:rPr lang="en-US"/>
              <a:t>Minimum spanning trees have direct applications in the design of networks, including computer networks, telecommunications networks, transportation networks, and water supply networks</a:t>
            </a:r>
            <a:endParaRPr/>
          </a:p>
          <a:p>
            <a:pPr indent="-132715" lvl="0" marL="273050" rtl="0" algn="just">
              <a:spcBef>
                <a:spcPts val="575"/>
              </a:spcBef>
              <a:spcAft>
                <a:spcPts val="0"/>
              </a:spcAft>
              <a:buSzPts val="2210"/>
              <a:buNone/>
            </a:pPr>
            <a:r>
              <a:t/>
            </a:r>
            <a:endParaRPr/>
          </a:p>
        </p:txBody>
      </p:sp>
      <p:sp>
        <p:nvSpPr>
          <p:cNvPr id="152" name="Google Shape;152;p7"/>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spcBef>
                <a:spcPts val="0"/>
              </a:spcBef>
              <a:spcAft>
                <a:spcPts val="0"/>
              </a:spcAft>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FFFFFF"/>
              </a:solidFill>
              <a:latin typeface="Libre Franklin"/>
              <a:ea typeface="Libre Franklin"/>
              <a:cs typeface="Libre Franklin"/>
              <a:sym typeface="Libre Frankli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8"/>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None/>
            </a:pPr>
            <a:r>
              <a:rPr lang="en-US"/>
              <a:t>Shortest Path vs Spanning Tree</a:t>
            </a:r>
            <a:endParaRPr/>
          </a:p>
        </p:txBody>
      </p:sp>
      <p:sp>
        <p:nvSpPr>
          <p:cNvPr id="159" name="Google Shape;159;p8"/>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Autofit/>
          </a:bodyPr>
          <a:lstStyle/>
          <a:p>
            <a:pPr indent="-273050" lvl="0" marL="273050" rtl="0" algn="just">
              <a:spcBef>
                <a:spcPts val="0"/>
              </a:spcBef>
              <a:spcAft>
                <a:spcPts val="0"/>
              </a:spcAft>
              <a:buSzPts val="2210"/>
              <a:buChar char="⚫"/>
            </a:pPr>
            <a:r>
              <a:rPr lang="en-US"/>
              <a:t>In MST, requirement is to reach each vertex once (create graph tree) and total (collective) cost of reaching each vertex is required to be minimum among all possible combinations.</a:t>
            </a:r>
            <a:endParaRPr/>
          </a:p>
          <a:p>
            <a:pPr indent="-273050" lvl="0" marL="273050" rtl="0" algn="just">
              <a:spcBef>
                <a:spcPts val="575"/>
              </a:spcBef>
              <a:spcAft>
                <a:spcPts val="0"/>
              </a:spcAft>
              <a:buSzPts val="2210"/>
              <a:buChar char="⚫"/>
            </a:pPr>
            <a:r>
              <a:rPr lang="en-US"/>
              <a:t>In Shortest Path, requirement is to reach destination vertex from source vertex with lowest possible cost (shortest weight). So here we do not worry about reaching each vertex instead only focus on source and destination vertices and that’s where lies the difference.</a:t>
            </a:r>
            <a:endParaRPr/>
          </a:p>
          <a:p>
            <a:pPr indent="0" lvl="0" marL="0" rtl="0" algn="just">
              <a:spcBef>
                <a:spcPts val="575"/>
              </a:spcBef>
              <a:spcAft>
                <a:spcPts val="0"/>
              </a:spcAft>
              <a:buSzPts val="2210"/>
              <a:buFont typeface="Noto Sans Symbols"/>
              <a:buNone/>
            </a:pPr>
            <a:r>
              <a:rPr lang="en-US"/>
              <a:t> </a:t>
            </a:r>
            <a:endParaRPr/>
          </a:p>
        </p:txBody>
      </p:sp>
      <p:sp>
        <p:nvSpPr>
          <p:cNvPr id="160" name="Google Shape;160;p8"/>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spcBef>
                <a:spcPts val="0"/>
              </a:spcBef>
              <a:spcAft>
                <a:spcPts val="0"/>
              </a:spcAft>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FFFFFF"/>
              </a:solidFill>
              <a:latin typeface="Libre Franklin"/>
              <a:ea typeface="Libre Franklin"/>
              <a:cs typeface="Libre Franklin"/>
              <a:sym typeface="Libre Franklin"/>
            </a:endParaRPr>
          </a:p>
        </p:txBody>
      </p:sp>
      <p:sp>
        <p:nvSpPr>
          <p:cNvPr id="161" name="Google Shape;161;p8"/>
          <p:cNvSpPr/>
          <p:nvPr/>
        </p:nvSpPr>
        <p:spPr>
          <a:xfrm>
            <a:off x="2667000" y="4953000"/>
            <a:ext cx="304800" cy="381000"/>
          </a:xfrm>
          <a:prstGeom prst="ellipse">
            <a:avLst/>
          </a:prstGeom>
          <a:solidFill>
            <a:schemeClr val="accent1"/>
          </a:solidFill>
          <a:ln cap="flat" cmpd="sng" w="127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Arial"/>
                <a:ea typeface="Arial"/>
                <a:cs typeface="Arial"/>
                <a:sym typeface="Arial"/>
              </a:rPr>
              <a:t>A</a:t>
            </a:r>
            <a:endParaRPr/>
          </a:p>
        </p:txBody>
      </p:sp>
      <p:sp>
        <p:nvSpPr>
          <p:cNvPr id="162" name="Google Shape;162;p8"/>
          <p:cNvSpPr/>
          <p:nvPr/>
        </p:nvSpPr>
        <p:spPr>
          <a:xfrm>
            <a:off x="3962400" y="4953000"/>
            <a:ext cx="304800" cy="381000"/>
          </a:xfrm>
          <a:prstGeom prst="ellipse">
            <a:avLst/>
          </a:prstGeom>
          <a:solidFill>
            <a:schemeClr val="accent1"/>
          </a:solidFill>
          <a:ln cap="flat" cmpd="sng" w="127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Arial"/>
                <a:ea typeface="Arial"/>
                <a:cs typeface="Arial"/>
                <a:sym typeface="Arial"/>
              </a:rPr>
              <a:t>B</a:t>
            </a:r>
            <a:endParaRPr/>
          </a:p>
        </p:txBody>
      </p:sp>
      <p:sp>
        <p:nvSpPr>
          <p:cNvPr id="163" name="Google Shape;163;p8"/>
          <p:cNvSpPr/>
          <p:nvPr/>
        </p:nvSpPr>
        <p:spPr>
          <a:xfrm>
            <a:off x="3429000" y="5959929"/>
            <a:ext cx="304800" cy="381000"/>
          </a:xfrm>
          <a:prstGeom prst="ellipse">
            <a:avLst/>
          </a:prstGeom>
          <a:solidFill>
            <a:schemeClr val="accent1"/>
          </a:solidFill>
          <a:ln cap="flat" cmpd="sng" w="127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FFFFFF"/>
                </a:solidFill>
                <a:latin typeface="Arial"/>
                <a:ea typeface="Arial"/>
                <a:cs typeface="Arial"/>
                <a:sym typeface="Arial"/>
              </a:rPr>
              <a:t>C</a:t>
            </a:r>
            <a:endParaRPr/>
          </a:p>
        </p:txBody>
      </p:sp>
      <p:cxnSp>
        <p:nvCxnSpPr>
          <p:cNvPr id="164" name="Google Shape;164;p8"/>
          <p:cNvCxnSpPr/>
          <p:nvPr/>
        </p:nvCxnSpPr>
        <p:spPr>
          <a:xfrm>
            <a:off x="2971800" y="5143500"/>
            <a:ext cx="990600" cy="0"/>
          </a:xfrm>
          <a:prstGeom prst="straightConnector1">
            <a:avLst/>
          </a:prstGeom>
          <a:noFill/>
          <a:ln cap="flat" cmpd="sng" w="9525">
            <a:solidFill>
              <a:srgbClr val="AE350A"/>
            </a:solidFill>
            <a:prstDash val="solid"/>
            <a:round/>
            <a:headEnd len="sm" w="sm" type="none"/>
            <a:tailEnd len="sm" w="sm" type="none"/>
          </a:ln>
        </p:spPr>
      </p:cxnSp>
      <p:cxnSp>
        <p:nvCxnSpPr>
          <p:cNvPr id="165" name="Google Shape;165;p8"/>
          <p:cNvCxnSpPr>
            <a:endCxn id="163" idx="7"/>
          </p:cNvCxnSpPr>
          <p:nvPr/>
        </p:nvCxnSpPr>
        <p:spPr>
          <a:xfrm flipH="1">
            <a:off x="3689163" y="5334725"/>
            <a:ext cx="425400" cy="681000"/>
          </a:xfrm>
          <a:prstGeom prst="straightConnector1">
            <a:avLst/>
          </a:prstGeom>
          <a:noFill/>
          <a:ln cap="flat" cmpd="sng" w="9525">
            <a:solidFill>
              <a:srgbClr val="AE350A"/>
            </a:solidFill>
            <a:prstDash val="solid"/>
            <a:round/>
            <a:headEnd len="sm" w="sm" type="none"/>
            <a:tailEnd len="sm" w="sm" type="none"/>
          </a:ln>
        </p:spPr>
      </p:cxnSp>
      <p:cxnSp>
        <p:nvCxnSpPr>
          <p:cNvPr id="166" name="Google Shape;166;p8"/>
          <p:cNvCxnSpPr>
            <a:stCxn id="161" idx="4"/>
            <a:endCxn id="163" idx="1"/>
          </p:cNvCxnSpPr>
          <p:nvPr/>
        </p:nvCxnSpPr>
        <p:spPr>
          <a:xfrm>
            <a:off x="2819400" y="5334000"/>
            <a:ext cx="654300" cy="681600"/>
          </a:xfrm>
          <a:prstGeom prst="straightConnector1">
            <a:avLst/>
          </a:prstGeom>
          <a:noFill/>
          <a:ln cap="flat" cmpd="sng" w="9525">
            <a:solidFill>
              <a:srgbClr val="AE350A"/>
            </a:solidFill>
            <a:prstDash val="solid"/>
            <a:round/>
            <a:headEnd len="sm" w="sm" type="none"/>
            <a:tailEnd len="sm" w="sm" type="none"/>
          </a:ln>
        </p:spPr>
      </p:cxnSp>
      <p:sp>
        <p:nvSpPr>
          <p:cNvPr id="167" name="Google Shape;167;p8"/>
          <p:cNvSpPr txBox="1"/>
          <p:nvPr/>
        </p:nvSpPr>
        <p:spPr>
          <a:xfrm>
            <a:off x="3154363" y="4768850"/>
            <a:ext cx="549275"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5</a:t>
            </a:r>
            <a:endParaRPr/>
          </a:p>
        </p:txBody>
      </p:sp>
      <p:sp>
        <p:nvSpPr>
          <p:cNvPr id="168" name="Google Shape;168;p8"/>
          <p:cNvSpPr txBox="1"/>
          <p:nvPr/>
        </p:nvSpPr>
        <p:spPr>
          <a:xfrm>
            <a:off x="4130675" y="5489575"/>
            <a:ext cx="549275"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5</a:t>
            </a:r>
            <a:endParaRPr/>
          </a:p>
        </p:txBody>
      </p:sp>
      <p:sp>
        <p:nvSpPr>
          <p:cNvPr id="169" name="Google Shape;169;p8"/>
          <p:cNvSpPr txBox="1"/>
          <p:nvPr/>
        </p:nvSpPr>
        <p:spPr>
          <a:xfrm>
            <a:off x="2554288" y="5591175"/>
            <a:ext cx="549275"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7</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9"/>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None/>
            </a:pPr>
            <a:r>
              <a:rPr lang="en-US"/>
              <a:t>Prim’s Algorithm</a:t>
            </a:r>
            <a:endParaRPr/>
          </a:p>
        </p:txBody>
      </p:sp>
      <p:sp>
        <p:nvSpPr>
          <p:cNvPr id="176" name="Google Shape;176;p9"/>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Autofit/>
          </a:bodyPr>
          <a:lstStyle/>
          <a:p>
            <a:pPr indent="-132715" lvl="0" marL="273050" rtl="0" algn="l">
              <a:spcBef>
                <a:spcPts val="0"/>
              </a:spcBef>
              <a:spcAft>
                <a:spcPts val="0"/>
              </a:spcAft>
              <a:buSzPts val="2210"/>
              <a:buNone/>
            </a:pPr>
            <a:r>
              <a:t/>
            </a:r>
            <a:endParaRPr/>
          </a:p>
          <a:p>
            <a:pPr indent="-273050" lvl="0" marL="273050" rtl="0" algn="l">
              <a:spcBef>
                <a:spcPts val="575"/>
              </a:spcBef>
              <a:spcAft>
                <a:spcPts val="0"/>
              </a:spcAft>
              <a:buSzPts val="1870"/>
              <a:buChar char="⚫"/>
            </a:pPr>
            <a:r>
              <a:rPr lang="en-US" sz="2200">
                <a:solidFill>
                  <a:schemeClr val="dk2"/>
                </a:solidFill>
              </a:rPr>
              <a:t>An algorithm for determining minimal spanning tree in connected undirected weighted graph</a:t>
            </a:r>
            <a:endParaRPr/>
          </a:p>
        </p:txBody>
      </p:sp>
      <p:sp>
        <p:nvSpPr>
          <p:cNvPr id="177" name="Google Shape;177;p9"/>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spcBef>
                <a:spcPts val="0"/>
              </a:spcBef>
              <a:spcAft>
                <a:spcPts val="0"/>
              </a:spcAft>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FFFFFF"/>
              </a:solidFill>
              <a:latin typeface="Libre Franklin"/>
              <a:ea typeface="Libre Franklin"/>
              <a:cs typeface="Libre Franklin"/>
              <a:sym typeface="Libre Frankli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0"/>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None/>
            </a:pPr>
            <a:r>
              <a:rPr lang="en-US"/>
              <a:t>Prim’s Algorithm</a:t>
            </a:r>
            <a:endParaRPr/>
          </a:p>
        </p:txBody>
      </p:sp>
      <p:sp>
        <p:nvSpPr>
          <p:cNvPr id="183" name="Google Shape;183;p10"/>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Autofit/>
          </a:bodyPr>
          <a:lstStyle/>
          <a:p>
            <a:pPr indent="-216376" lvl="0" marL="273050" rtl="0" algn="just">
              <a:spcBef>
                <a:spcPts val="0"/>
              </a:spcBef>
              <a:spcAft>
                <a:spcPts val="0"/>
              </a:spcAft>
              <a:buSzPts val="893"/>
              <a:buNone/>
            </a:pPr>
            <a:r>
              <a:t/>
            </a:r>
            <a:endParaRPr sz="1050">
              <a:solidFill>
                <a:srgbClr val="262626"/>
              </a:solidFill>
            </a:endParaRPr>
          </a:p>
          <a:p>
            <a:pPr indent="-273050" lvl="0" marL="273050" rtl="0" algn="just">
              <a:spcBef>
                <a:spcPts val="575"/>
              </a:spcBef>
              <a:spcAft>
                <a:spcPts val="0"/>
              </a:spcAft>
              <a:buSzPts val="1870"/>
              <a:buChar char="⚫"/>
            </a:pPr>
            <a:r>
              <a:rPr lang="en-US" sz="2200">
                <a:solidFill>
                  <a:schemeClr val="dk2"/>
                </a:solidFill>
              </a:rPr>
              <a:t>In this case we start with a source node, say ‘s’. We maintain an array of the distance of each node from the MST being built. </a:t>
            </a:r>
            <a:endParaRPr/>
          </a:p>
          <a:p>
            <a:pPr indent="-154305" lvl="0" marL="273050" rtl="0" algn="just">
              <a:spcBef>
                <a:spcPts val="575"/>
              </a:spcBef>
              <a:spcAft>
                <a:spcPts val="0"/>
              </a:spcAft>
              <a:buSzPts val="1870"/>
              <a:buNone/>
            </a:pPr>
            <a:r>
              <a:t/>
            </a:r>
            <a:endParaRPr sz="2200">
              <a:solidFill>
                <a:schemeClr val="dk2"/>
              </a:solidFill>
            </a:endParaRPr>
          </a:p>
          <a:p>
            <a:pPr indent="-273050" lvl="0" marL="273050" rtl="0" algn="just">
              <a:spcBef>
                <a:spcPts val="575"/>
              </a:spcBef>
              <a:spcAft>
                <a:spcPts val="0"/>
              </a:spcAft>
              <a:buSzPts val="1870"/>
              <a:buChar char="⚫"/>
            </a:pPr>
            <a:r>
              <a:rPr lang="en-US" sz="2200">
                <a:solidFill>
                  <a:schemeClr val="dk2"/>
                </a:solidFill>
              </a:rPr>
              <a:t>We also maintain an array of the predecessor of each node. When a node has not yet been selected into the MST it’s predecessor is NULL. </a:t>
            </a:r>
            <a:endParaRPr/>
          </a:p>
          <a:p>
            <a:pPr indent="-154305" lvl="0" marL="273050" rtl="0" algn="just">
              <a:spcBef>
                <a:spcPts val="575"/>
              </a:spcBef>
              <a:spcAft>
                <a:spcPts val="0"/>
              </a:spcAft>
              <a:buSzPts val="1870"/>
              <a:buNone/>
            </a:pPr>
            <a:r>
              <a:t/>
            </a:r>
            <a:endParaRPr sz="2200">
              <a:solidFill>
                <a:schemeClr val="dk2"/>
              </a:solidFill>
            </a:endParaRPr>
          </a:p>
          <a:p>
            <a:pPr indent="-273050" lvl="0" marL="273050" rtl="0" algn="just">
              <a:spcBef>
                <a:spcPts val="575"/>
              </a:spcBef>
              <a:spcAft>
                <a:spcPts val="0"/>
              </a:spcAft>
              <a:buSzPts val="1870"/>
              <a:buChar char="⚫"/>
            </a:pPr>
            <a:r>
              <a:rPr lang="en-US" sz="2200">
                <a:solidFill>
                  <a:schemeClr val="dk2"/>
                </a:solidFill>
              </a:rPr>
              <a:t>Initially we set all distances as infinity except that of the source which is set to zero. </a:t>
            </a:r>
            <a:endParaRPr/>
          </a:p>
          <a:p>
            <a:pPr indent="-216376" lvl="0" marL="273050" rtl="0" algn="just">
              <a:spcBef>
                <a:spcPts val="575"/>
              </a:spcBef>
              <a:spcAft>
                <a:spcPts val="0"/>
              </a:spcAft>
              <a:buSzPts val="893"/>
              <a:buNone/>
            </a:pPr>
            <a:r>
              <a:t/>
            </a:r>
            <a:endParaRPr sz="1050">
              <a:solidFill>
                <a:srgbClr val="262626"/>
              </a:solidFill>
            </a:endParaRPr>
          </a:p>
          <a:p>
            <a:pPr indent="-216376" lvl="0" marL="273050" rtl="0" algn="just">
              <a:spcBef>
                <a:spcPts val="575"/>
              </a:spcBef>
              <a:spcAft>
                <a:spcPts val="0"/>
              </a:spcAft>
              <a:buSzPts val="893"/>
              <a:buNone/>
            </a:pPr>
            <a:r>
              <a:t/>
            </a:r>
            <a:endParaRPr sz="1050">
              <a:solidFill>
                <a:srgbClr val="262626"/>
              </a:solidFill>
            </a:endParaRPr>
          </a:p>
        </p:txBody>
      </p:sp>
      <p:sp>
        <p:nvSpPr>
          <p:cNvPr id="184" name="Google Shape;184;p10"/>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spcBef>
                <a:spcPts val="0"/>
              </a:spcBef>
              <a:spcAft>
                <a:spcPts val="0"/>
              </a:spcAft>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FFFFFF"/>
              </a:solidFill>
              <a:latin typeface="Libre Franklin"/>
              <a:ea typeface="Libre Franklin"/>
              <a:cs typeface="Libre Franklin"/>
              <a:sym typeface="Libre Frankli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1"/>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None/>
            </a:pPr>
            <a:r>
              <a:rPr lang="en-US"/>
              <a:t>Steps:</a:t>
            </a:r>
            <a:endParaRPr/>
          </a:p>
        </p:txBody>
      </p:sp>
      <p:sp>
        <p:nvSpPr>
          <p:cNvPr id="191" name="Google Shape;191;p11"/>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Autofit/>
          </a:bodyPr>
          <a:lstStyle/>
          <a:p>
            <a:pPr indent="-273050" lvl="0" marL="273050" rtl="0" algn="just">
              <a:spcBef>
                <a:spcPts val="0"/>
              </a:spcBef>
              <a:spcAft>
                <a:spcPts val="0"/>
              </a:spcAft>
              <a:buSzPts val="1700"/>
              <a:buChar char="⚫"/>
            </a:pPr>
            <a:r>
              <a:rPr lang="en-US" sz="2000">
                <a:solidFill>
                  <a:schemeClr val="dk2"/>
                </a:solidFill>
              </a:rPr>
              <a:t>We now start the iterations. </a:t>
            </a:r>
            <a:endParaRPr/>
          </a:p>
          <a:p>
            <a:pPr indent="-273050" lvl="0" marL="273050" rtl="0" algn="just">
              <a:spcBef>
                <a:spcPts val="575"/>
              </a:spcBef>
              <a:spcAft>
                <a:spcPts val="0"/>
              </a:spcAft>
              <a:buSzPts val="1700"/>
              <a:buChar char="⚫"/>
            </a:pPr>
            <a:r>
              <a:rPr lang="en-US" sz="2000">
                <a:solidFill>
                  <a:schemeClr val="dk2"/>
                </a:solidFill>
              </a:rPr>
              <a:t>We select the node that has the least distance, say ‘u’. In the first loop, the source is selected because its distance is zero. In subsequent iterations this process ensures that the minimum weight edge is selected. We now include the node in the tree. </a:t>
            </a:r>
            <a:endParaRPr/>
          </a:p>
          <a:p>
            <a:pPr indent="-273050" lvl="0" marL="273050" rtl="0" algn="just">
              <a:spcBef>
                <a:spcPts val="575"/>
              </a:spcBef>
              <a:spcAft>
                <a:spcPts val="0"/>
              </a:spcAft>
              <a:buSzPts val="1700"/>
              <a:buChar char="⚫"/>
            </a:pPr>
            <a:r>
              <a:rPr lang="en-US" sz="2000">
                <a:solidFill>
                  <a:schemeClr val="dk2"/>
                </a:solidFill>
              </a:rPr>
              <a:t>Then we relax all the nodes connected to the node. This means that we see for each node v connected to u whether the distance of v is greater than the weight of edge (u,v). If it is, we assign w(u,v) to the distance of v.</a:t>
            </a:r>
            <a:endParaRPr/>
          </a:p>
          <a:p>
            <a:pPr indent="-273050" lvl="0" marL="273050" rtl="0" algn="just">
              <a:spcBef>
                <a:spcPts val="575"/>
              </a:spcBef>
              <a:spcAft>
                <a:spcPts val="0"/>
              </a:spcAft>
              <a:buSzPts val="1700"/>
              <a:buChar char="⚫"/>
            </a:pPr>
            <a:r>
              <a:rPr lang="en-US" sz="2000">
                <a:solidFill>
                  <a:schemeClr val="dk2"/>
                </a:solidFill>
              </a:rPr>
              <a:t> This step ensures that after each new node is added to the tree, the distance of the remaining nodes from the tree is updated. </a:t>
            </a:r>
            <a:endParaRPr/>
          </a:p>
          <a:p>
            <a:pPr indent="-273050" lvl="0" marL="273050" rtl="0" algn="just">
              <a:spcBef>
                <a:spcPts val="575"/>
              </a:spcBef>
              <a:spcAft>
                <a:spcPts val="0"/>
              </a:spcAft>
              <a:buSzPts val="1700"/>
              <a:buChar char="⚫"/>
            </a:pPr>
            <a:r>
              <a:rPr lang="en-US" sz="2000">
                <a:solidFill>
                  <a:schemeClr val="dk2"/>
                </a:solidFill>
              </a:rPr>
              <a:t>Thus when we have all the edges in the tree, our minimum spanning tree is ready.</a:t>
            </a:r>
            <a:endParaRPr/>
          </a:p>
        </p:txBody>
      </p:sp>
      <p:sp>
        <p:nvSpPr>
          <p:cNvPr id="192" name="Google Shape;192;p11"/>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spcBef>
                <a:spcPts val="0"/>
              </a:spcBef>
              <a:spcAft>
                <a:spcPts val="0"/>
              </a:spcAft>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FFFFFF"/>
              </a:solidFill>
              <a:latin typeface="Libre Franklin"/>
              <a:ea typeface="Libre Franklin"/>
              <a:cs typeface="Libre Franklin"/>
              <a:sym typeface="Libre Frankli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2"/>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None/>
            </a:pPr>
            <a:r>
              <a:rPr lang="en-US"/>
              <a:t>PRIM’S Algorithm </a:t>
            </a:r>
            <a:endParaRPr/>
          </a:p>
        </p:txBody>
      </p:sp>
      <p:sp>
        <p:nvSpPr>
          <p:cNvPr id="199" name="Google Shape;199;p12"/>
          <p:cNvSpPr/>
          <p:nvPr/>
        </p:nvSpPr>
        <p:spPr>
          <a:xfrm>
            <a:off x="685800" y="1219200"/>
            <a:ext cx="8001000" cy="5940425"/>
          </a:xfrm>
          <a:prstGeom prst="rect">
            <a:avLst/>
          </a:prstGeom>
          <a:noFill/>
          <a:ln>
            <a:noFill/>
          </a:ln>
        </p:spPr>
        <p:txBody>
          <a:bodyPr anchorCtr="0" anchor="t" bIns="45700" lIns="91400" spcFirstLastPara="1" rIns="91400" wrap="square" tIns="45700">
            <a:spAutoFit/>
          </a:bodyPr>
          <a:lstStyle/>
          <a:p>
            <a:pPr indent="0" lvl="0" marL="0" marR="0" rtl="0" algn="l">
              <a:spcBef>
                <a:spcPts val="0"/>
              </a:spcBef>
              <a:spcAft>
                <a:spcPts val="0"/>
              </a:spcAft>
              <a:buNone/>
            </a:pPr>
            <a:r>
              <a:t/>
            </a:r>
            <a:endParaRPr b="0" i="0" sz="2000" u="none" cap="none" strike="noStrike">
              <a:solidFill>
                <a:srgbClr val="453D2B"/>
              </a:solidFill>
              <a:latin typeface="Arial"/>
              <a:ea typeface="Arial"/>
              <a:cs typeface="Arial"/>
              <a:sym typeface="Arial"/>
            </a:endParaRPr>
          </a:p>
          <a:p>
            <a:pPr indent="0" lvl="0" marL="0" marR="0" rtl="0" algn="l">
              <a:spcBef>
                <a:spcPts val="0"/>
              </a:spcBef>
              <a:spcAft>
                <a:spcPts val="0"/>
              </a:spcAft>
              <a:buNone/>
            </a:pPr>
            <a:r>
              <a:t/>
            </a:r>
            <a:endParaRPr b="0" i="0" sz="2000" u="none" cap="none" strike="noStrike">
              <a:solidFill>
                <a:srgbClr val="453D2B"/>
              </a:solidFill>
              <a:latin typeface="Arial"/>
              <a:ea typeface="Arial"/>
              <a:cs typeface="Arial"/>
              <a:sym typeface="Arial"/>
            </a:endParaRPr>
          </a:p>
          <a:p>
            <a:pPr indent="0" lvl="0" marL="0" marR="0" rtl="0" algn="l">
              <a:spcBef>
                <a:spcPts val="0"/>
              </a:spcBef>
              <a:spcAft>
                <a:spcPts val="0"/>
              </a:spcAft>
              <a:buNone/>
            </a:pPr>
            <a:r>
              <a:rPr b="1" i="0" lang="en-US" sz="2000" u="none" cap="none" strike="noStrike">
                <a:solidFill>
                  <a:srgbClr val="453D2B"/>
                </a:solidFill>
                <a:latin typeface="Libre Baskerville"/>
                <a:ea typeface="Libre Baskerville"/>
                <a:cs typeface="Libre Baskerville"/>
                <a:sym typeface="Libre Baskerville"/>
              </a:rPr>
              <a:t>PRIM(G, w, r) </a:t>
            </a:r>
            <a:endParaRPr/>
          </a:p>
          <a:p>
            <a:pPr indent="-457200" lvl="0" marL="457200" marR="0" rtl="0" algn="l">
              <a:spcBef>
                <a:spcPts val="0"/>
              </a:spcBef>
              <a:spcAft>
                <a:spcPts val="0"/>
              </a:spcAft>
              <a:buClr>
                <a:srgbClr val="453D2B"/>
              </a:buClr>
              <a:buSzPts val="2000"/>
              <a:buFont typeface="Libre Franklin"/>
              <a:buAutoNum type="arabicPeriod"/>
            </a:pPr>
            <a:r>
              <a:rPr b="1" i="0" lang="en-US" sz="2000" u="none" cap="none" strike="noStrike">
                <a:solidFill>
                  <a:srgbClr val="453D2B"/>
                </a:solidFill>
                <a:latin typeface="Libre Baskerville"/>
                <a:ea typeface="Libre Baskerville"/>
                <a:cs typeface="Libre Baskerville"/>
                <a:sym typeface="Libre Baskerville"/>
              </a:rPr>
              <a:t>for each u belongs to V [G] </a:t>
            </a:r>
            <a:endParaRPr/>
          </a:p>
          <a:p>
            <a:pPr indent="-457200" lvl="0" marL="457200" marR="0" rtl="0" algn="l">
              <a:spcBef>
                <a:spcPts val="0"/>
              </a:spcBef>
              <a:spcAft>
                <a:spcPts val="0"/>
              </a:spcAft>
              <a:buClr>
                <a:srgbClr val="453D2B"/>
              </a:buClr>
              <a:buSzPts val="2000"/>
              <a:buFont typeface="Libre Franklin"/>
              <a:buAutoNum type="arabicPeriod"/>
            </a:pPr>
            <a:r>
              <a:rPr b="1" i="0" lang="en-US" sz="2000" u="none" cap="none" strike="noStrike">
                <a:solidFill>
                  <a:srgbClr val="453D2B"/>
                </a:solidFill>
                <a:latin typeface="Libre Baskerville"/>
                <a:ea typeface="Libre Baskerville"/>
                <a:cs typeface="Libre Baskerville"/>
                <a:sym typeface="Libre Baskerville"/>
              </a:rPr>
              <a:t>do key[u] ← ∞ </a:t>
            </a:r>
            <a:endParaRPr/>
          </a:p>
          <a:p>
            <a:pPr indent="-457200" lvl="0" marL="457200" marR="0" rtl="0" algn="l">
              <a:spcBef>
                <a:spcPts val="0"/>
              </a:spcBef>
              <a:spcAft>
                <a:spcPts val="0"/>
              </a:spcAft>
              <a:buClr>
                <a:srgbClr val="453D2B"/>
              </a:buClr>
              <a:buSzPts val="2000"/>
              <a:buFont typeface="Libre Franklin"/>
              <a:buAutoNum type="arabicPeriod"/>
            </a:pPr>
            <a:r>
              <a:rPr b="1" i="0" lang="en-US" sz="2000" u="none" cap="none" strike="noStrike">
                <a:solidFill>
                  <a:srgbClr val="453D2B"/>
                </a:solidFill>
                <a:latin typeface="Libre Baskerville"/>
                <a:ea typeface="Libre Baskerville"/>
                <a:cs typeface="Libre Baskerville"/>
                <a:sym typeface="Libre Baskerville"/>
              </a:rPr>
              <a:t>      π[u] ← NIL </a:t>
            </a:r>
            <a:endParaRPr/>
          </a:p>
          <a:p>
            <a:pPr indent="-457200" lvl="0" marL="457200" marR="0" rtl="0" algn="l">
              <a:spcBef>
                <a:spcPts val="0"/>
              </a:spcBef>
              <a:spcAft>
                <a:spcPts val="0"/>
              </a:spcAft>
              <a:buClr>
                <a:srgbClr val="453D2B"/>
              </a:buClr>
              <a:buSzPts val="2000"/>
              <a:buFont typeface="Libre Franklin"/>
              <a:buAutoNum type="arabicPeriod"/>
            </a:pPr>
            <a:r>
              <a:rPr b="1" i="0" lang="en-US" sz="2000" u="none" cap="none" strike="noStrike">
                <a:solidFill>
                  <a:srgbClr val="453D2B"/>
                </a:solidFill>
                <a:latin typeface="Libre Baskerville"/>
                <a:ea typeface="Libre Baskerville"/>
                <a:cs typeface="Libre Baskerville"/>
                <a:sym typeface="Libre Baskerville"/>
              </a:rPr>
              <a:t>key[r] ← 0 </a:t>
            </a:r>
            <a:endParaRPr/>
          </a:p>
          <a:p>
            <a:pPr indent="-457200" lvl="0" marL="457200" marR="0" rtl="0" algn="l">
              <a:spcBef>
                <a:spcPts val="0"/>
              </a:spcBef>
              <a:spcAft>
                <a:spcPts val="0"/>
              </a:spcAft>
              <a:buClr>
                <a:srgbClr val="453D2B"/>
              </a:buClr>
              <a:buSzPts val="2000"/>
              <a:buFont typeface="Libre Franklin"/>
              <a:buAutoNum type="arabicPeriod"/>
            </a:pPr>
            <a:r>
              <a:rPr b="1" i="0" lang="en-US" sz="2000" u="none" cap="none" strike="noStrike">
                <a:solidFill>
                  <a:srgbClr val="453D2B"/>
                </a:solidFill>
                <a:latin typeface="Libre Baskerville"/>
                <a:ea typeface="Libre Baskerville"/>
                <a:cs typeface="Libre Baskerville"/>
                <a:sym typeface="Libre Baskerville"/>
              </a:rPr>
              <a:t>Q ← V [G] // build min heap </a:t>
            </a:r>
            <a:endParaRPr/>
          </a:p>
          <a:p>
            <a:pPr indent="-457200" lvl="0" marL="457200" marR="0" rtl="0" algn="l">
              <a:spcBef>
                <a:spcPts val="0"/>
              </a:spcBef>
              <a:spcAft>
                <a:spcPts val="0"/>
              </a:spcAft>
              <a:buClr>
                <a:srgbClr val="453D2B"/>
              </a:buClr>
              <a:buSzPts val="2000"/>
              <a:buFont typeface="Libre Franklin"/>
              <a:buAutoNum type="arabicPeriod"/>
            </a:pPr>
            <a:r>
              <a:rPr b="1" i="0" lang="en-US" sz="2000" u="none" cap="none" strike="noStrike">
                <a:solidFill>
                  <a:srgbClr val="453D2B"/>
                </a:solidFill>
                <a:latin typeface="Libre Baskerville"/>
                <a:ea typeface="Libre Baskerville"/>
                <a:cs typeface="Libre Baskerville"/>
                <a:sym typeface="Libre Baskerville"/>
              </a:rPr>
              <a:t>while Q ≠ Ø </a:t>
            </a:r>
            <a:endParaRPr/>
          </a:p>
          <a:p>
            <a:pPr indent="-457200" lvl="0" marL="457200" marR="0" rtl="0" algn="l">
              <a:spcBef>
                <a:spcPts val="0"/>
              </a:spcBef>
              <a:spcAft>
                <a:spcPts val="0"/>
              </a:spcAft>
              <a:buClr>
                <a:srgbClr val="453D2B"/>
              </a:buClr>
              <a:buSzPts val="2000"/>
              <a:buFont typeface="Libre Franklin"/>
              <a:buAutoNum type="arabicPeriod"/>
            </a:pPr>
            <a:r>
              <a:rPr b="1" i="0" lang="en-US" sz="2000" u="none" cap="none" strike="noStrike">
                <a:solidFill>
                  <a:srgbClr val="453D2B"/>
                </a:solidFill>
                <a:latin typeface="Libre Baskerville"/>
                <a:ea typeface="Libre Baskerville"/>
                <a:cs typeface="Libre Baskerville"/>
                <a:sym typeface="Libre Baskerville"/>
              </a:rPr>
              <a:t>do u ← EXTRACT-MIN(Q)  </a:t>
            </a:r>
            <a:endParaRPr/>
          </a:p>
          <a:p>
            <a:pPr indent="-457200" lvl="0" marL="457200" marR="0" rtl="0" algn="l">
              <a:spcBef>
                <a:spcPts val="0"/>
              </a:spcBef>
              <a:spcAft>
                <a:spcPts val="0"/>
              </a:spcAft>
              <a:buClr>
                <a:srgbClr val="453D2B"/>
              </a:buClr>
              <a:buSzPts val="2000"/>
              <a:buFont typeface="Libre Franklin"/>
              <a:buAutoNum type="arabicPeriod"/>
            </a:pPr>
            <a:r>
              <a:rPr b="1" i="0" lang="en-US" sz="2000" u="none" cap="none" strike="noStrike">
                <a:solidFill>
                  <a:srgbClr val="453D2B"/>
                </a:solidFill>
                <a:latin typeface="Libre Baskerville"/>
                <a:ea typeface="Libre Baskerville"/>
                <a:cs typeface="Libre Baskerville"/>
                <a:sym typeface="Libre Baskerville"/>
              </a:rPr>
              <a:t>      for each v belongs to Adj[u] </a:t>
            </a:r>
            <a:endParaRPr/>
          </a:p>
          <a:p>
            <a:pPr indent="-457200" lvl="0" marL="457200" marR="0" rtl="0" algn="l">
              <a:spcBef>
                <a:spcPts val="0"/>
              </a:spcBef>
              <a:spcAft>
                <a:spcPts val="0"/>
              </a:spcAft>
              <a:buClr>
                <a:srgbClr val="453D2B"/>
              </a:buClr>
              <a:buSzPts val="2000"/>
              <a:buFont typeface="Libre Franklin"/>
              <a:buAutoNum type="arabicPeriod"/>
            </a:pPr>
            <a:r>
              <a:rPr b="1" i="0" lang="en-US" sz="2000" u="none" cap="none" strike="noStrike">
                <a:solidFill>
                  <a:srgbClr val="453D2B"/>
                </a:solidFill>
                <a:latin typeface="Libre Baskerville"/>
                <a:ea typeface="Libre Baskerville"/>
                <a:cs typeface="Libre Baskerville"/>
                <a:sym typeface="Libre Baskerville"/>
              </a:rPr>
              <a:t>       do if v belongs to Q and w(u, v) &lt; key[v] </a:t>
            </a:r>
            <a:endParaRPr/>
          </a:p>
          <a:p>
            <a:pPr indent="-457200" lvl="0" marL="457200" marR="0" rtl="0" algn="l">
              <a:spcBef>
                <a:spcPts val="0"/>
              </a:spcBef>
              <a:spcAft>
                <a:spcPts val="0"/>
              </a:spcAft>
              <a:buClr>
                <a:srgbClr val="453D2B"/>
              </a:buClr>
              <a:buSzPts val="2000"/>
              <a:buFont typeface="Libre Franklin"/>
              <a:buAutoNum type="arabicPeriod"/>
            </a:pPr>
            <a:r>
              <a:rPr b="1" i="0" lang="en-US" sz="2000" u="none" cap="none" strike="noStrike">
                <a:solidFill>
                  <a:srgbClr val="453D2B"/>
                </a:solidFill>
                <a:latin typeface="Libre Baskerville"/>
                <a:ea typeface="Libre Baskerville"/>
                <a:cs typeface="Libre Baskerville"/>
                <a:sym typeface="Libre Baskerville"/>
              </a:rPr>
              <a:t>               then π[v] ← u </a:t>
            </a:r>
            <a:endParaRPr/>
          </a:p>
          <a:p>
            <a:pPr indent="-457200" lvl="0" marL="457200" marR="0" rtl="0" algn="l">
              <a:spcBef>
                <a:spcPts val="0"/>
              </a:spcBef>
              <a:spcAft>
                <a:spcPts val="0"/>
              </a:spcAft>
              <a:buClr>
                <a:srgbClr val="453D2B"/>
              </a:buClr>
              <a:buSzPts val="2000"/>
              <a:buFont typeface="Libre Franklin"/>
              <a:buAutoNum type="arabicPeriod"/>
            </a:pPr>
            <a:r>
              <a:rPr b="1" i="0" lang="en-US" sz="2000" u="none" cap="none" strike="noStrike">
                <a:solidFill>
                  <a:srgbClr val="453D2B"/>
                </a:solidFill>
                <a:latin typeface="Libre Baskerville"/>
                <a:ea typeface="Libre Baskerville"/>
                <a:cs typeface="Libre Baskerville"/>
                <a:sym typeface="Libre Baskerville"/>
              </a:rPr>
              <a:t>                       key[v] ← w(u, v) </a:t>
            </a:r>
            <a:endParaRPr/>
          </a:p>
          <a:p>
            <a:pPr indent="-457200" lvl="0" marL="457200" marR="0" rtl="0" algn="l">
              <a:spcBef>
                <a:spcPts val="0"/>
              </a:spcBef>
              <a:spcAft>
                <a:spcPts val="0"/>
              </a:spcAft>
              <a:buNone/>
            </a:pPr>
            <a:r>
              <a:rPr b="1" i="0" lang="en-US" sz="2000" u="none" cap="none" strike="noStrike">
                <a:solidFill>
                  <a:srgbClr val="453D2B"/>
                </a:solidFill>
                <a:latin typeface="Libre Baskerville"/>
                <a:ea typeface="Libre Baskerville"/>
                <a:cs typeface="Libre Baskerville"/>
                <a:sym typeface="Libre Baskerville"/>
              </a:rPr>
              <a:t>                            // modify node and maintain heap property </a:t>
            </a:r>
            <a:endParaRPr/>
          </a:p>
          <a:p>
            <a:pPr indent="0" lvl="0" marL="0" marR="0" rtl="0" algn="l">
              <a:spcBef>
                <a:spcPts val="0"/>
              </a:spcBef>
              <a:spcAft>
                <a:spcPts val="0"/>
              </a:spcAft>
              <a:buNone/>
            </a:pPr>
            <a:r>
              <a:t/>
            </a:r>
            <a:endParaRPr b="0" i="1" sz="2000" u="none" cap="none" strike="noStrike">
              <a:solidFill>
                <a:srgbClr val="453D2B"/>
              </a:solidFill>
              <a:latin typeface="Arial"/>
              <a:ea typeface="Arial"/>
              <a:cs typeface="Arial"/>
              <a:sym typeface="Arial"/>
            </a:endParaRPr>
          </a:p>
          <a:p>
            <a:pPr indent="0" lvl="0" marL="0" marR="0" rtl="0" algn="l">
              <a:spcBef>
                <a:spcPts val="0"/>
              </a:spcBef>
              <a:spcAft>
                <a:spcPts val="0"/>
              </a:spcAft>
              <a:buNone/>
            </a:pPr>
            <a:r>
              <a:t/>
            </a:r>
            <a:endParaRPr b="0" i="1" sz="2000" u="none" cap="none" strike="noStrike">
              <a:solidFill>
                <a:srgbClr val="453D2B"/>
              </a:solidFill>
              <a:latin typeface="Arial"/>
              <a:ea typeface="Arial"/>
              <a:cs typeface="Arial"/>
              <a:sym typeface="Arial"/>
            </a:endParaRPr>
          </a:p>
          <a:p>
            <a:pPr indent="0" lvl="0" marL="0" marR="0" rtl="0" algn="l">
              <a:spcBef>
                <a:spcPts val="0"/>
              </a:spcBef>
              <a:spcAft>
                <a:spcPts val="0"/>
              </a:spcAft>
              <a:buNone/>
            </a:pPr>
            <a:r>
              <a:t/>
            </a:r>
            <a:endParaRPr b="0" i="1" sz="2000" u="none" cap="none" strike="noStrike">
              <a:solidFill>
                <a:srgbClr val="453D2B"/>
              </a:solidFill>
              <a:latin typeface="Arial"/>
              <a:ea typeface="Arial"/>
              <a:cs typeface="Arial"/>
              <a:sym typeface="Arial"/>
            </a:endParaRPr>
          </a:p>
          <a:p>
            <a:pPr indent="0" lvl="0" marL="0" marR="0" rtl="0" algn="l">
              <a:spcBef>
                <a:spcPts val="0"/>
              </a:spcBef>
              <a:spcAft>
                <a:spcPts val="0"/>
              </a:spcAft>
              <a:buNone/>
            </a:pPr>
            <a:r>
              <a:t/>
            </a:r>
            <a:endParaRPr b="0" i="0" sz="2000" u="none" cap="none" strike="noStrike">
              <a:solidFill>
                <a:srgbClr val="453D2B"/>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3"/>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None/>
            </a:pPr>
            <a:r>
              <a:rPr lang="en-US"/>
              <a:t>Analysis</a:t>
            </a:r>
            <a:endParaRPr/>
          </a:p>
        </p:txBody>
      </p:sp>
      <p:sp>
        <p:nvSpPr>
          <p:cNvPr id="206" name="Google Shape;206;p13"/>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spcBef>
                <a:spcPts val="0"/>
              </a:spcBef>
              <a:spcAft>
                <a:spcPts val="0"/>
              </a:spcAft>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FFFFFF"/>
              </a:solidFill>
              <a:latin typeface="Libre Franklin"/>
              <a:ea typeface="Libre Franklin"/>
              <a:cs typeface="Libre Franklin"/>
              <a:sym typeface="Libre Franklin"/>
            </a:endParaRPr>
          </a:p>
        </p:txBody>
      </p:sp>
      <p:sp>
        <p:nvSpPr>
          <p:cNvPr id="207" name="Google Shape;207;p13"/>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Autofit/>
          </a:bodyPr>
          <a:lstStyle/>
          <a:p>
            <a:pPr indent="-273050" lvl="0" marL="273050" rtl="0" algn="l">
              <a:spcBef>
                <a:spcPts val="0"/>
              </a:spcBef>
              <a:spcAft>
                <a:spcPts val="0"/>
              </a:spcAft>
              <a:buSzPts val="1530"/>
              <a:buChar char="⚫"/>
            </a:pPr>
            <a:r>
              <a:rPr lang="en-US" sz="1800">
                <a:solidFill>
                  <a:srgbClr val="453D2B"/>
                </a:solidFill>
              </a:rPr>
              <a:t>O(E logV)</a:t>
            </a:r>
            <a:endParaRPr/>
          </a:p>
          <a:p>
            <a:pPr indent="-228599" lvl="1" marL="547688" rtl="0" algn="l">
              <a:spcBef>
                <a:spcPts val="375"/>
              </a:spcBef>
              <a:spcAft>
                <a:spcPts val="0"/>
              </a:spcAft>
              <a:buSzPts val="1530"/>
              <a:buChar char="⚫"/>
            </a:pPr>
            <a:r>
              <a:rPr lang="en-US" sz="1800">
                <a:solidFill>
                  <a:srgbClr val="453D2B"/>
                </a:solidFill>
              </a:rPr>
              <a:t>1-3  =&gt; O(V)</a:t>
            </a:r>
            <a:endParaRPr/>
          </a:p>
          <a:p>
            <a:pPr indent="-228599" lvl="1" marL="547688" rtl="0" algn="l">
              <a:spcBef>
                <a:spcPts val="375"/>
              </a:spcBef>
              <a:spcAft>
                <a:spcPts val="0"/>
              </a:spcAft>
              <a:buSzPts val="1530"/>
              <a:buChar char="⚫"/>
            </a:pPr>
            <a:r>
              <a:rPr lang="en-US" sz="1800">
                <a:solidFill>
                  <a:srgbClr val="453D2B"/>
                </a:solidFill>
              </a:rPr>
              <a:t>7-10     =&gt;(O(E logV + V log V)</a:t>
            </a:r>
            <a:endParaRPr/>
          </a:p>
          <a:p>
            <a:pPr indent="-131444" lvl="1" marL="547688" rtl="0" algn="l">
              <a:spcBef>
                <a:spcPts val="375"/>
              </a:spcBef>
              <a:spcAft>
                <a:spcPts val="0"/>
              </a:spcAft>
              <a:buSzPts val="1530"/>
              <a:buNone/>
            </a:pPr>
            <a:r>
              <a:t/>
            </a:r>
            <a:endParaRPr sz="1800">
              <a:solidFill>
                <a:srgbClr val="453D2B"/>
              </a:solidFill>
            </a:endParaRPr>
          </a:p>
          <a:p>
            <a:pPr indent="-163829" lvl="1" marL="547688" rtl="0" algn="l">
              <a:spcBef>
                <a:spcPts val="375"/>
              </a:spcBef>
              <a:spcAft>
                <a:spcPts val="0"/>
              </a:spcAft>
              <a:buSzPts val="1020"/>
              <a:buNone/>
            </a:pPr>
            <a:r>
              <a:t/>
            </a:r>
            <a:endParaRPr sz="1200">
              <a:solidFill>
                <a:srgbClr val="453D2B"/>
              </a:solidFill>
            </a:endParaRPr>
          </a:p>
          <a:p>
            <a:pPr indent="-273050" lvl="0" marL="273050" rtl="0" algn="l">
              <a:spcBef>
                <a:spcPts val="575"/>
              </a:spcBef>
              <a:spcAft>
                <a:spcPts val="0"/>
              </a:spcAft>
              <a:buSzPts val="1360"/>
              <a:buChar char="⚫"/>
            </a:pPr>
            <a:r>
              <a:rPr lang="en-US" sz="1600">
                <a:latin typeface="Calibri"/>
                <a:ea typeface="Calibri"/>
                <a:cs typeface="Calibri"/>
                <a:sym typeface="Calibri"/>
              </a:rPr>
              <a:t>Time required for one call to EXTRACT-MIN(Q)=O(log V)[using min priority queue].</a:t>
            </a:r>
            <a:endParaRPr/>
          </a:p>
          <a:p>
            <a:pPr indent="-273050" lvl="0" marL="273050" rtl="0" algn="l">
              <a:spcBef>
                <a:spcPts val="575"/>
              </a:spcBef>
              <a:spcAft>
                <a:spcPts val="0"/>
              </a:spcAft>
              <a:buSzPts val="1360"/>
              <a:buChar char="⚫"/>
            </a:pPr>
            <a:r>
              <a:rPr lang="en-US" sz="1600">
                <a:latin typeface="Calibri"/>
                <a:ea typeface="Calibri"/>
                <a:cs typeface="Calibri"/>
                <a:sym typeface="Calibri"/>
              </a:rPr>
              <a:t>The while loop  is executing total V times.so EXTRACT-MIN(Q) is called V times.so total time required for EXTRACT-MIN(Q)=O(VlogV).</a:t>
            </a:r>
            <a:endParaRPr/>
          </a:p>
          <a:p>
            <a:pPr indent="-273050" lvl="0" marL="273050" rtl="0" algn="l">
              <a:spcBef>
                <a:spcPts val="575"/>
              </a:spcBef>
              <a:spcAft>
                <a:spcPts val="0"/>
              </a:spcAft>
              <a:buSzPts val="1360"/>
              <a:buChar char="⚫"/>
            </a:pPr>
            <a:r>
              <a:rPr lang="en-US" sz="1600">
                <a:latin typeface="Calibri"/>
                <a:ea typeface="Calibri"/>
                <a:cs typeface="Calibri"/>
                <a:sym typeface="Calibri"/>
              </a:rPr>
              <a:t>The for loop  is executing total 2E times(as total length of all the adjacency lists=2E for undirected graph).Time required for executing line 11=O(log v)[using DECREASE_KEY operation on the min heap).Line 11 is executing total 2E times.so total time required to execute line 11=O(2Elog V)=O(Elog v).</a:t>
            </a:r>
            <a:endParaRPr/>
          </a:p>
          <a:p>
            <a:pPr indent="-273050" lvl="0" marL="273050" rtl="0" algn="l">
              <a:spcBef>
                <a:spcPts val="575"/>
              </a:spcBef>
              <a:spcAft>
                <a:spcPts val="0"/>
              </a:spcAft>
              <a:buSzPts val="1360"/>
              <a:buChar char="⚫"/>
            </a:pPr>
            <a:r>
              <a:rPr lang="en-US" sz="1600">
                <a:latin typeface="Calibri"/>
                <a:ea typeface="Calibri"/>
                <a:cs typeface="Calibri"/>
                <a:sym typeface="Calibri"/>
              </a:rPr>
              <a:t>The for loop at line 1 will be executed for V times. using BUILD_HEAP procedure, to perform lines 1 to 5,it will require O(V) times</a:t>
            </a:r>
            <a:endParaRPr/>
          </a:p>
          <a:p>
            <a:pPr indent="-273050" lvl="0" marL="273050" rtl="0" algn="l">
              <a:spcBef>
                <a:spcPts val="575"/>
              </a:spcBef>
              <a:spcAft>
                <a:spcPts val="0"/>
              </a:spcAft>
              <a:buSzPts val="1360"/>
              <a:buChar char="⚫"/>
            </a:pPr>
            <a:r>
              <a:rPr lang="en-US" sz="1600">
                <a:latin typeface="Calibri"/>
                <a:ea typeface="Calibri"/>
                <a:cs typeface="Calibri"/>
                <a:sym typeface="Calibri"/>
              </a:rPr>
              <a:t>Total time complexity O(VlogV+ElogV+V)=O(ElogV)</a:t>
            </a:r>
            <a:endParaRPr/>
          </a:p>
          <a:p>
            <a:pPr indent="-186690" lvl="0" marL="273050" rtl="0" algn="l">
              <a:spcBef>
                <a:spcPts val="575"/>
              </a:spcBef>
              <a:spcAft>
                <a:spcPts val="0"/>
              </a:spcAft>
              <a:buSzPts val="1360"/>
              <a:buNone/>
            </a:pPr>
            <a:r>
              <a:t/>
            </a:r>
            <a:endParaRPr sz="1600">
              <a:latin typeface="Calibri"/>
              <a:ea typeface="Calibri"/>
              <a:cs typeface="Calibri"/>
              <a:sym typeface="Calibri"/>
            </a:endParaRPr>
          </a:p>
          <a:p>
            <a:pPr indent="-273050" lvl="0" marL="273050" rtl="0" algn="l">
              <a:spcBef>
                <a:spcPts val="575"/>
              </a:spcBef>
              <a:spcAft>
                <a:spcPts val="0"/>
              </a:spcAft>
              <a:buSzPts val="1360"/>
              <a:buChar char="⚫"/>
            </a:pPr>
            <a:r>
              <a:rPr b="1" lang="en-US" sz="1600">
                <a:latin typeface="Calibri"/>
                <a:ea typeface="Calibri"/>
                <a:cs typeface="Calibri"/>
                <a:sym typeface="Calibri"/>
              </a:rPr>
              <a:t>NOTE: Prims work fine for negative weight edges</a:t>
            </a:r>
            <a:endParaRPr/>
          </a:p>
          <a:p>
            <a:pPr indent="0" lvl="0" marL="0" rtl="0" algn="l">
              <a:spcBef>
                <a:spcPts val="575"/>
              </a:spcBef>
              <a:spcAft>
                <a:spcPts val="0"/>
              </a:spcAft>
              <a:buSzPts val="2210"/>
              <a:buFont typeface="Noto Sans Symbols"/>
              <a:buNone/>
            </a:pPr>
            <a:br>
              <a:rPr lang="en-US"/>
            </a:br>
            <a:endParaRPr sz="1800">
              <a:solidFill>
                <a:srgbClr val="453D2B"/>
              </a:solidFill>
            </a:endParaRPr>
          </a:p>
        </p:txBody>
      </p:sp>
      <p:pic>
        <p:nvPicPr>
          <p:cNvPr id="208" name="Google Shape;208;p13"/>
          <p:cNvPicPr preferRelativeResize="0"/>
          <p:nvPr/>
        </p:nvPicPr>
        <p:blipFill rotWithShape="1">
          <a:blip r:embed="rId3">
            <a:alphaModFix/>
          </a:blip>
          <a:srcRect b="0" l="0" r="0" t="0"/>
          <a:stretch/>
        </p:blipFill>
        <p:spPr>
          <a:xfrm>
            <a:off x="4489450" y="250825"/>
            <a:ext cx="4730750" cy="34829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7">
                                            <p:txEl>
                                              <p:pRg end="0" st="0"/>
                                            </p:txEl>
                                          </p:spTgt>
                                        </p:tgtEl>
                                        <p:attrNameLst>
                                          <p:attrName>style.visibility</p:attrName>
                                        </p:attrNameLst>
                                      </p:cBhvr>
                                      <p:to>
                                        <p:strVal val="visible"/>
                                      </p:to>
                                    </p:set>
                                    <p:anim calcmode="lin" valueType="num">
                                      <p:cBhvr additive="base">
                                        <p:cTn dur="500"/>
                                        <p:tgtEl>
                                          <p:spTgt spid="20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7">
                                            <p:txEl>
                                              <p:pRg end="1" st="1"/>
                                            </p:txEl>
                                          </p:spTgt>
                                        </p:tgtEl>
                                        <p:attrNameLst>
                                          <p:attrName>style.visibility</p:attrName>
                                        </p:attrNameLst>
                                      </p:cBhvr>
                                      <p:to>
                                        <p:strVal val="visible"/>
                                      </p:to>
                                    </p:set>
                                    <p:anim calcmode="lin" valueType="num">
                                      <p:cBhvr additive="base">
                                        <p:cTn dur="500"/>
                                        <p:tgtEl>
                                          <p:spTgt spid="20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7">
                                            <p:txEl>
                                              <p:pRg end="2" st="2"/>
                                            </p:txEl>
                                          </p:spTgt>
                                        </p:tgtEl>
                                        <p:attrNameLst>
                                          <p:attrName>style.visibility</p:attrName>
                                        </p:attrNameLst>
                                      </p:cBhvr>
                                      <p:to>
                                        <p:strVal val="visible"/>
                                      </p:to>
                                    </p:set>
                                    <p:anim calcmode="lin" valueType="num">
                                      <p:cBhvr additive="base">
                                        <p:cTn dur="500"/>
                                        <p:tgtEl>
                                          <p:spTgt spid="20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7">
                                            <p:txEl>
                                              <p:pRg end="3" st="3"/>
                                            </p:txEl>
                                          </p:spTgt>
                                        </p:tgtEl>
                                        <p:attrNameLst>
                                          <p:attrName>style.visibility</p:attrName>
                                        </p:attrNameLst>
                                      </p:cBhvr>
                                      <p:to>
                                        <p:strVal val="visible"/>
                                      </p:to>
                                    </p:set>
                                    <p:anim calcmode="lin" valueType="num">
                                      <p:cBhvr additive="base">
                                        <p:cTn dur="500"/>
                                        <p:tgtEl>
                                          <p:spTgt spid="20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7">
                                            <p:txEl>
                                              <p:pRg end="4" st="4"/>
                                            </p:txEl>
                                          </p:spTgt>
                                        </p:tgtEl>
                                        <p:attrNameLst>
                                          <p:attrName>style.visibility</p:attrName>
                                        </p:attrNameLst>
                                      </p:cBhvr>
                                      <p:to>
                                        <p:strVal val="visible"/>
                                      </p:to>
                                    </p:set>
                                    <p:anim calcmode="lin" valueType="num">
                                      <p:cBhvr additive="base">
                                        <p:cTn dur="500"/>
                                        <p:tgtEl>
                                          <p:spTgt spid="20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7">
                                            <p:txEl>
                                              <p:pRg end="5" st="5"/>
                                            </p:txEl>
                                          </p:spTgt>
                                        </p:tgtEl>
                                        <p:attrNameLst>
                                          <p:attrName>style.visibility</p:attrName>
                                        </p:attrNameLst>
                                      </p:cBhvr>
                                      <p:to>
                                        <p:strVal val="visible"/>
                                      </p:to>
                                    </p:set>
                                    <p:anim calcmode="lin" valueType="num">
                                      <p:cBhvr additive="base">
                                        <p:cTn dur="500"/>
                                        <p:tgtEl>
                                          <p:spTgt spid="207">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7">
                                            <p:txEl>
                                              <p:pRg end="6" st="6"/>
                                            </p:txEl>
                                          </p:spTgt>
                                        </p:tgtEl>
                                        <p:attrNameLst>
                                          <p:attrName>style.visibility</p:attrName>
                                        </p:attrNameLst>
                                      </p:cBhvr>
                                      <p:to>
                                        <p:strVal val="visible"/>
                                      </p:to>
                                    </p:set>
                                    <p:anim calcmode="lin" valueType="num">
                                      <p:cBhvr additive="base">
                                        <p:cTn dur="500"/>
                                        <p:tgtEl>
                                          <p:spTgt spid="207">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7">
                                            <p:txEl>
                                              <p:pRg end="7" st="7"/>
                                            </p:txEl>
                                          </p:spTgt>
                                        </p:tgtEl>
                                        <p:attrNameLst>
                                          <p:attrName>style.visibility</p:attrName>
                                        </p:attrNameLst>
                                      </p:cBhvr>
                                      <p:to>
                                        <p:strVal val="visible"/>
                                      </p:to>
                                    </p:set>
                                    <p:anim calcmode="lin" valueType="num">
                                      <p:cBhvr additive="base">
                                        <p:cTn dur="500"/>
                                        <p:tgtEl>
                                          <p:spTgt spid="207">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7">
                                            <p:txEl>
                                              <p:pRg end="8" st="8"/>
                                            </p:txEl>
                                          </p:spTgt>
                                        </p:tgtEl>
                                        <p:attrNameLst>
                                          <p:attrName>style.visibility</p:attrName>
                                        </p:attrNameLst>
                                      </p:cBhvr>
                                      <p:to>
                                        <p:strVal val="visible"/>
                                      </p:to>
                                    </p:set>
                                    <p:anim calcmode="lin" valueType="num">
                                      <p:cBhvr additive="base">
                                        <p:cTn dur="500"/>
                                        <p:tgtEl>
                                          <p:spTgt spid="207">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7">
                                            <p:txEl>
                                              <p:pRg end="9" st="9"/>
                                            </p:txEl>
                                          </p:spTgt>
                                        </p:tgtEl>
                                        <p:attrNameLst>
                                          <p:attrName>style.visibility</p:attrName>
                                        </p:attrNameLst>
                                      </p:cBhvr>
                                      <p:to>
                                        <p:strVal val="visible"/>
                                      </p:to>
                                    </p:set>
                                    <p:anim calcmode="lin" valueType="num">
                                      <p:cBhvr additive="base">
                                        <p:cTn dur="500"/>
                                        <p:tgtEl>
                                          <p:spTgt spid="207">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7">
                                            <p:txEl>
                                              <p:pRg end="10" st="10"/>
                                            </p:txEl>
                                          </p:spTgt>
                                        </p:tgtEl>
                                        <p:attrNameLst>
                                          <p:attrName>style.visibility</p:attrName>
                                        </p:attrNameLst>
                                      </p:cBhvr>
                                      <p:to>
                                        <p:strVal val="visible"/>
                                      </p:to>
                                    </p:set>
                                    <p:anim calcmode="lin" valueType="num">
                                      <p:cBhvr additive="base">
                                        <p:cTn dur="500"/>
                                        <p:tgtEl>
                                          <p:spTgt spid="207">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7">
                                            <p:txEl>
                                              <p:pRg end="11" st="11"/>
                                            </p:txEl>
                                          </p:spTgt>
                                        </p:tgtEl>
                                        <p:attrNameLst>
                                          <p:attrName>style.visibility</p:attrName>
                                        </p:attrNameLst>
                                      </p:cBhvr>
                                      <p:to>
                                        <p:strVal val="visible"/>
                                      </p:to>
                                    </p:set>
                                    <p:anim calcmode="lin" valueType="num">
                                      <p:cBhvr additive="base">
                                        <p:cTn dur="500"/>
                                        <p:tgtEl>
                                          <p:spTgt spid="207">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7">
                                            <p:txEl>
                                              <p:pRg end="12" st="12"/>
                                            </p:txEl>
                                          </p:spTgt>
                                        </p:tgtEl>
                                        <p:attrNameLst>
                                          <p:attrName>style.visibility</p:attrName>
                                        </p:attrNameLst>
                                      </p:cBhvr>
                                      <p:to>
                                        <p:strVal val="visible"/>
                                      </p:to>
                                    </p:set>
                                    <p:anim calcmode="lin" valueType="num">
                                      <p:cBhvr additive="base">
                                        <p:cTn dur="500"/>
                                        <p:tgtEl>
                                          <p:spTgt spid="207">
                                            <p:txEl>
                                              <p:pRg end="12" st="1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4"/>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None/>
            </a:pPr>
            <a:r>
              <a:rPr lang="en-US"/>
              <a:t>Example</a:t>
            </a:r>
            <a:endParaRPr/>
          </a:p>
        </p:txBody>
      </p:sp>
      <p:sp>
        <p:nvSpPr>
          <p:cNvPr id="214" name="Google Shape;214;p14"/>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spcBef>
                <a:spcPts val="0"/>
              </a:spcBef>
              <a:spcAft>
                <a:spcPts val="0"/>
              </a:spcAft>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FFFFFF"/>
              </a:solidFill>
              <a:latin typeface="Libre Franklin"/>
              <a:ea typeface="Libre Franklin"/>
              <a:cs typeface="Libre Franklin"/>
              <a:sym typeface="Libre Franklin"/>
            </a:endParaRPr>
          </a:p>
        </p:txBody>
      </p:sp>
      <p:pic>
        <p:nvPicPr>
          <p:cNvPr id="215" name="Google Shape;215;p14"/>
          <p:cNvPicPr preferRelativeResize="0"/>
          <p:nvPr>
            <p:ph idx="1" type="body"/>
          </p:nvPr>
        </p:nvPicPr>
        <p:blipFill rotWithShape="1">
          <a:blip r:embed="rId3">
            <a:alphaModFix/>
          </a:blip>
          <a:srcRect b="0" l="0" r="0" t="0"/>
          <a:stretch/>
        </p:blipFill>
        <p:spPr>
          <a:xfrm>
            <a:off x="1066800" y="2133600"/>
            <a:ext cx="7050088" cy="2590800"/>
          </a:xfrm>
          <a:prstGeom prst="rect">
            <a:avLst/>
          </a:prstGeom>
          <a:noFill/>
          <a:ln>
            <a:noFill/>
          </a:ln>
        </p:spPr>
      </p:pic>
      <p:sp>
        <p:nvSpPr>
          <p:cNvPr id="216" name="Google Shape;216;p14"/>
          <p:cNvSpPr txBox="1"/>
          <p:nvPr/>
        </p:nvSpPr>
        <p:spPr>
          <a:xfrm>
            <a:off x="3581400" y="2743200"/>
            <a:ext cx="312738"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2</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5"/>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spcBef>
                <a:spcPts val="0"/>
              </a:spcBef>
              <a:spcAft>
                <a:spcPts val="0"/>
              </a:spcAft>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FFFFFF"/>
              </a:solidFill>
              <a:latin typeface="Libre Franklin"/>
              <a:ea typeface="Libre Franklin"/>
              <a:cs typeface="Libre Franklin"/>
              <a:sym typeface="Libre Franklin"/>
            </a:endParaRPr>
          </a:p>
        </p:txBody>
      </p:sp>
      <p:pic>
        <p:nvPicPr>
          <p:cNvPr id="222" name="Google Shape;222;p15"/>
          <p:cNvPicPr preferRelativeResize="0"/>
          <p:nvPr/>
        </p:nvPicPr>
        <p:blipFill rotWithShape="1">
          <a:blip r:embed="rId3">
            <a:alphaModFix/>
          </a:blip>
          <a:srcRect b="0" l="0" r="0" t="0"/>
          <a:stretch/>
        </p:blipFill>
        <p:spPr>
          <a:xfrm>
            <a:off x="1687513" y="1066800"/>
            <a:ext cx="5368925" cy="1981200"/>
          </a:xfrm>
          <a:prstGeom prst="rect">
            <a:avLst/>
          </a:prstGeom>
          <a:noFill/>
          <a:ln>
            <a:noFill/>
          </a:ln>
        </p:spPr>
      </p:pic>
      <p:pic>
        <p:nvPicPr>
          <p:cNvPr id="223" name="Google Shape;223;p15"/>
          <p:cNvPicPr preferRelativeResize="0"/>
          <p:nvPr/>
        </p:nvPicPr>
        <p:blipFill rotWithShape="1">
          <a:blip r:embed="rId4">
            <a:alphaModFix/>
          </a:blip>
          <a:srcRect b="0" l="0" r="0" t="0"/>
          <a:stretch/>
        </p:blipFill>
        <p:spPr>
          <a:xfrm>
            <a:off x="1905000" y="3433763"/>
            <a:ext cx="5518150" cy="21240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6"/>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spcBef>
                <a:spcPts val="0"/>
              </a:spcBef>
              <a:spcAft>
                <a:spcPts val="0"/>
              </a:spcAft>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FFFFFF"/>
              </a:solidFill>
              <a:latin typeface="Libre Franklin"/>
              <a:ea typeface="Libre Franklin"/>
              <a:cs typeface="Libre Franklin"/>
              <a:sym typeface="Libre Franklin"/>
            </a:endParaRPr>
          </a:p>
        </p:txBody>
      </p:sp>
      <p:pic>
        <p:nvPicPr>
          <p:cNvPr id="229" name="Google Shape;229;p16"/>
          <p:cNvPicPr preferRelativeResize="0"/>
          <p:nvPr/>
        </p:nvPicPr>
        <p:blipFill rotWithShape="1">
          <a:blip r:embed="rId3">
            <a:alphaModFix/>
          </a:blip>
          <a:srcRect b="0" l="0" r="0" t="0"/>
          <a:stretch/>
        </p:blipFill>
        <p:spPr>
          <a:xfrm>
            <a:off x="1066800" y="533400"/>
            <a:ext cx="6534150" cy="2438400"/>
          </a:xfrm>
          <a:prstGeom prst="rect">
            <a:avLst/>
          </a:prstGeom>
          <a:noFill/>
          <a:ln>
            <a:noFill/>
          </a:ln>
        </p:spPr>
      </p:pic>
      <p:pic>
        <p:nvPicPr>
          <p:cNvPr id="230" name="Google Shape;230;p16"/>
          <p:cNvPicPr preferRelativeResize="0"/>
          <p:nvPr/>
        </p:nvPicPr>
        <p:blipFill rotWithShape="1">
          <a:blip r:embed="rId4">
            <a:alphaModFix/>
          </a:blip>
          <a:srcRect b="0" l="0" r="0" t="0"/>
          <a:stretch/>
        </p:blipFill>
        <p:spPr>
          <a:xfrm>
            <a:off x="1219200" y="3581400"/>
            <a:ext cx="6565900" cy="2362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0"/>
                                        </p:tgtEl>
                                        <p:attrNameLst>
                                          <p:attrName>style.visibility</p:attrName>
                                        </p:attrNameLst>
                                      </p:cBhvr>
                                      <p:to>
                                        <p:strVal val="visible"/>
                                      </p:to>
                                    </p:set>
                                    <p:anim calcmode="lin" valueType="num">
                                      <p:cBhvr additive="base">
                                        <p:cTn dur="500"/>
                                        <p:tgtEl>
                                          <p:spTgt spid="23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7"/>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spcBef>
                <a:spcPts val="0"/>
              </a:spcBef>
              <a:spcAft>
                <a:spcPts val="0"/>
              </a:spcAft>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FFFFFF"/>
              </a:solidFill>
              <a:latin typeface="Libre Franklin"/>
              <a:ea typeface="Libre Franklin"/>
              <a:cs typeface="Libre Franklin"/>
              <a:sym typeface="Libre Franklin"/>
            </a:endParaRPr>
          </a:p>
        </p:txBody>
      </p:sp>
      <p:pic>
        <p:nvPicPr>
          <p:cNvPr id="236" name="Google Shape;236;p17"/>
          <p:cNvPicPr preferRelativeResize="0"/>
          <p:nvPr/>
        </p:nvPicPr>
        <p:blipFill rotWithShape="1">
          <a:blip r:embed="rId3">
            <a:alphaModFix/>
          </a:blip>
          <a:srcRect b="0" l="0" r="0" t="0"/>
          <a:stretch/>
        </p:blipFill>
        <p:spPr>
          <a:xfrm>
            <a:off x="1371600" y="914400"/>
            <a:ext cx="6430963" cy="2362200"/>
          </a:xfrm>
          <a:prstGeom prst="rect">
            <a:avLst/>
          </a:prstGeom>
          <a:noFill/>
          <a:ln>
            <a:noFill/>
          </a:ln>
        </p:spPr>
      </p:pic>
      <p:pic>
        <p:nvPicPr>
          <p:cNvPr id="237" name="Google Shape;237;p17"/>
          <p:cNvPicPr preferRelativeResize="0"/>
          <p:nvPr/>
        </p:nvPicPr>
        <p:blipFill rotWithShape="1">
          <a:blip r:embed="rId4">
            <a:alphaModFix/>
          </a:blip>
          <a:srcRect b="0" l="0" r="0" t="0"/>
          <a:stretch/>
        </p:blipFill>
        <p:spPr>
          <a:xfrm>
            <a:off x="1676400" y="3733800"/>
            <a:ext cx="6324600" cy="2327275"/>
          </a:xfrm>
          <a:prstGeom prst="rect">
            <a:avLst/>
          </a:prstGeom>
          <a:noFill/>
          <a:ln>
            <a:noFill/>
          </a:ln>
        </p:spPr>
      </p:pic>
      <p:sp>
        <p:nvSpPr>
          <p:cNvPr id="238" name="Google Shape;238;p17"/>
          <p:cNvSpPr txBox="1"/>
          <p:nvPr/>
        </p:nvSpPr>
        <p:spPr>
          <a:xfrm>
            <a:off x="4365625" y="4365625"/>
            <a:ext cx="304800"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2</a:t>
            </a:r>
            <a:endParaRPr/>
          </a:p>
        </p:txBody>
      </p:sp>
      <p:sp>
        <p:nvSpPr>
          <p:cNvPr id="239" name="Google Shape;239;p17"/>
          <p:cNvSpPr txBox="1"/>
          <p:nvPr/>
        </p:nvSpPr>
        <p:spPr>
          <a:xfrm>
            <a:off x="3995738" y="1698625"/>
            <a:ext cx="304800"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2</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gtEl>
                                        <p:attrNameLst>
                                          <p:attrName>style.visibility</p:attrName>
                                        </p:attrNameLst>
                                      </p:cBhvr>
                                      <p:to>
                                        <p:strVal val="visible"/>
                                      </p:to>
                                    </p:set>
                                    <p:animEffect filter="fade" transition="in">
                                      <p:cBhvr>
                                        <p:cTn dur="1000"/>
                                        <p:tgtEl>
                                          <p:spTgt spid="2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8"/>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spcBef>
                <a:spcPts val="0"/>
              </a:spcBef>
              <a:spcAft>
                <a:spcPts val="0"/>
              </a:spcAft>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FFFFFF"/>
              </a:solidFill>
              <a:latin typeface="Libre Franklin"/>
              <a:ea typeface="Libre Franklin"/>
              <a:cs typeface="Libre Franklin"/>
              <a:sym typeface="Libre Franklin"/>
            </a:endParaRPr>
          </a:p>
        </p:txBody>
      </p:sp>
      <p:pic>
        <p:nvPicPr>
          <p:cNvPr id="245" name="Google Shape;245;p18"/>
          <p:cNvPicPr preferRelativeResize="0"/>
          <p:nvPr/>
        </p:nvPicPr>
        <p:blipFill rotWithShape="1">
          <a:blip r:embed="rId3">
            <a:alphaModFix/>
          </a:blip>
          <a:srcRect b="0" l="0" r="0" t="0"/>
          <a:stretch/>
        </p:blipFill>
        <p:spPr>
          <a:xfrm>
            <a:off x="1371600" y="1066800"/>
            <a:ext cx="6291263" cy="2209800"/>
          </a:xfrm>
          <a:prstGeom prst="rect">
            <a:avLst/>
          </a:prstGeom>
          <a:noFill/>
          <a:ln>
            <a:noFill/>
          </a:ln>
        </p:spPr>
      </p:pic>
      <p:pic>
        <p:nvPicPr>
          <p:cNvPr id="246" name="Google Shape;246;p18"/>
          <p:cNvPicPr preferRelativeResize="0"/>
          <p:nvPr/>
        </p:nvPicPr>
        <p:blipFill rotWithShape="1">
          <a:blip r:embed="rId4">
            <a:alphaModFix/>
          </a:blip>
          <a:srcRect b="0" l="0" r="0" t="0"/>
          <a:stretch/>
        </p:blipFill>
        <p:spPr>
          <a:xfrm>
            <a:off x="1822450" y="3962400"/>
            <a:ext cx="5776913" cy="2133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6"/>
                                        </p:tgtEl>
                                        <p:attrNameLst>
                                          <p:attrName>style.visibility</p:attrName>
                                        </p:attrNameLst>
                                      </p:cBhvr>
                                      <p:to>
                                        <p:strVal val="visible"/>
                                      </p:to>
                                    </p:set>
                                    <p:anim calcmode="lin" valueType="num">
                                      <p:cBhvr additive="base">
                                        <p:cTn dur="500"/>
                                        <p:tgtEl>
                                          <p:spTgt spid="24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9"/>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spcBef>
                <a:spcPts val="0"/>
              </a:spcBef>
              <a:spcAft>
                <a:spcPts val="0"/>
              </a:spcAft>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FFFFFF"/>
              </a:solidFill>
              <a:latin typeface="Libre Franklin"/>
              <a:ea typeface="Libre Franklin"/>
              <a:cs typeface="Libre Franklin"/>
              <a:sym typeface="Libre Franklin"/>
            </a:endParaRPr>
          </a:p>
        </p:txBody>
      </p:sp>
      <p:pic>
        <p:nvPicPr>
          <p:cNvPr id="252" name="Google Shape;252;p19"/>
          <p:cNvPicPr preferRelativeResize="0"/>
          <p:nvPr/>
        </p:nvPicPr>
        <p:blipFill rotWithShape="1">
          <a:blip r:embed="rId3">
            <a:alphaModFix/>
          </a:blip>
          <a:srcRect b="0" l="0" r="0" t="0"/>
          <a:stretch/>
        </p:blipFill>
        <p:spPr>
          <a:xfrm>
            <a:off x="1600200" y="762000"/>
            <a:ext cx="5853113" cy="2057400"/>
          </a:xfrm>
          <a:prstGeom prst="rect">
            <a:avLst/>
          </a:prstGeom>
          <a:noFill/>
          <a:ln>
            <a:noFill/>
          </a:ln>
        </p:spPr>
      </p:pic>
      <p:sp>
        <p:nvSpPr>
          <p:cNvPr id="253" name="Google Shape;253;p19"/>
          <p:cNvSpPr txBox="1"/>
          <p:nvPr/>
        </p:nvSpPr>
        <p:spPr>
          <a:xfrm>
            <a:off x="381000" y="1600200"/>
            <a:ext cx="990600" cy="646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Safe Edges</a:t>
            </a:r>
            <a:endParaRPr/>
          </a:p>
        </p:txBody>
      </p:sp>
      <p:sp>
        <p:nvSpPr>
          <p:cNvPr id="254" name="Google Shape;254;p19"/>
          <p:cNvSpPr txBox="1"/>
          <p:nvPr/>
        </p:nvSpPr>
        <p:spPr>
          <a:xfrm>
            <a:off x="3962400" y="1406525"/>
            <a:ext cx="304800"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2</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0"/>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None/>
            </a:pPr>
            <a:r>
              <a:rPr lang="en-US"/>
              <a:t>Task :</a:t>
            </a:r>
            <a:endParaRPr/>
          </a:p>
        </p:txBody>
      </p:sp>
      <p:sp>
        <p:nvSpPr>
          <p:cNvPr id="261" name="Google Shape;261;p20"/>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spcBef>
                <a:spcPts val="0"/>
              </a:spcBef>
              <a:spcAft>
                <a:spcPts val="0"/>
              </a:spcAft>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FFFFFF"/>
              </a:solidFill>
              <a:latin typeface="Libre Franklin"/>
              <a:ea typeface="Libre Franklin"/>
              <a:cs typeface="Libre Franklin"/>
              <a:sym typeface="Libre Franklin"/>
            </a:endParaRPr>
          </a:p>
        </p:txBody>
      </p:sp>
      <p:pic>
        <p:nvPicPr>
          <p:cNvPr id="262" name="Google Shape;262;p20"/>
          <p:cNvPicPr preferRelativeResize="0"/>
          <p:nvPr>
            <p:ph idx="1" type="body"/>
          </p:nvPr>
        </p:nvPicPr>
        <p:blipFill rotWithShape="1">
          <a:blip r:embed="rId3">
            <a:alphaModFix/>
          </a:blip>
          <a:srcRect b="0" l="0" r="0" t="0"/>
          <a:stretch/>
        </p:blipFill>
        <p:spPr>
          <a:xfrm>
            <a:off x="1828800" y="2819400"/>
            <a:ext cx="4659313" cy="3397250"/>
          </a:xfrm>
          <a:prstGeom prst="rect">
            <a:avLst/>
          </a:prstGeom>
          <a:noFill/>
          <a:ln>
            <a:noFill/>
          </a:ln>
        </p:spPr>
      </p:pic>
      <p:pic>
        <p:nvPicPr>
          <p:cNvPr id="263" name="Google Shape;263;p20"/>
          <p:cNvPicPr preferRelativeResize="0"/>
          <p:nvPr/>
        </p:nvPicPr>
        <p:blipFill rotWithShape="1">
          <a:blip r:embed="rId4">
            <a:alphaModFix/>
          </a:blip>
          <a:srcRect b="0" l="0" r="0" t="0"/>
          <a:stretch/>
        </p:blipFill>
        <p:spPr>
          <a:xfrm>
            <a:off x="6286500" y="228600"/>
            <a:ext cx="2857500" cy="22860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1"/>
          <p:cNvSpPr txBox="1"/>
          <p:nvPr>
            <p:ph type="ctrTitle"/>
          </p:nvPr>
        </p:nvSpPr>
        <p:spPr>
          <a:xfrm>
            <a:off x="468313" y="1412875"/>
            <a:ext cx="8229600" cy="1635125"/>
          </a:xfrm>
          <a:prstGeom prst="rect">
            <a:avLst/>
          </a:prstGeom>
          <a:noFill/>
          <a:ln>
            <a:noFill/>
          </a:ln>
        </p:spPr>
        <p:txBody>
          <a:bodyPr anchorCtr="0" anchor="ctr" bIns="91425" lIns="91425" spcFirstLastPara="1" rIns="91425" wrap="square" tIns="45700">
            <a:normAutofit fontScale="90000"/>
          </a:bodyPr>
          <a:lstStyle/>
          <a:p>
            <a:pPr indent="0" lvl="0" marL="0" rtl="0" algn="ctr">
              <a:lnSpc>
                <a:spcPct val="56712"/>
              </a:lnSpc>
              <a:spcBef>
                <a:spcPts val="0"/>
              </a:spcBef>
              <a:spcAft>
                <a:spcPts val="0"/>
              </a:spcAft>
              <a:buNone/>
            </a:pPr>
            <a:br>
              <a:rPr b="1" lang="en-US">
                <a:solidFill>
                  <a:srgbClr val="FFC000"/>
                </a:solidFill>
              </a:rPr>
            </a:br>
            <a:br>
              <a:rPr b="1" lang="en-US" sz="7300">
                <a:solidFill>
                  <a:srgbClr val="FFC000"/>
                </a:solidFill>
                <a:latin typeface="Pinyon Script"/>
                <a:ea typeface="Pinyon Script"/>
                <a:cs typeface="Pinyon Script"/>
                <a:sym typeface="Pinyon Script"/>
              </a:rPr>
            </a:br>
            <a:br>
              <a:rPr b="1" lang="en-US" sz="7300">
                <a:solidFill>
                  <a:srgbClr val="FFC000"/>
                </a:solidFill>
                <a:latin typeface="Pinyon Script"/>
                <a:ea typeface="Pinyon Script"/>
                <a:cs typeface="Pinyon Script"/>
                <a:sym typeface="Pinyon Script"/>
              </a:rPr>
            </a:br>
            <a:br>
              <a:rPr b="1" lang="en-US" sz="7300">
                <a:solidFill>
                  <a:srgbClr val="FFC000"/>
                </a:solidFill>
                <a:latin typeface="Pinyon Script"/>
                <a:ea typeface="Pinyon Script"/>
                <a:cs typeface="Pinyon Script"/>
                <a:sym typeface="Pinyon Script"/>
              </a:rPr>
            </a:br>
            <a:br>
              <a:rPr b="1" lang="en-US" sz="7300">
                <a:solidFill>
                  <a:srgbClr val="FFC000"/>
                </a:solidFill>
                <a:latin typeface="Pinyon Script"/>
                <a:ea typeface="Pinyon Script"/>
                <a:cs typeface="Pinyon Script"/>
                <a:sym typeface="Pinyon Script"/>
              </a:rPr>
            </a:br>
            <a:r>
              <a:rPr b="1" lang="en-US" sz="7300">
                <a:solidFill>
                  <a:srgbClr val="FFC000"/>
                </a:solidFill>
                <a:latin typeface="Pinyon Script"/>
                <a:ea typeface="Pinyon Script"/>
                <a:cs typeface="Pinyon Script"/>
                <a:sym typeface="Pinyon Script"/>
              </a:rPr>
              <a:t>Lecture</a:t>
            </a:r>
            <a:br>
              <a:rPr b="1" lang="en-US" sz="7300">
                <a:solidFill>
                  <a:srgbClr val="FFC000"/>
                </a:solidFill>
                <a:latin typeface="Pinyon Script"/>
                <a:ea typeface="Pinyon Script"/>
                <a:cs typeface="Pinyon Script"/>
                <a:sym typeface="Pinyon Script"/>
              </a:rPr>
            </a:br>
            <a:br>
              <a:rPr b="1" lang="en-US">
                <a:solidFill>
                  <a:srgbClr val="FFC000"/>
                </a:solidFill>
              </a:rPr>
            </a:br>
            <a:br>
              <a:rPr b="1" lang="en-US">
                <a:solidFill>
                  <a:srgbClr val="FFC000"/>
                </a:solidFill>
              </a:rPr>
            </a:br>
            <a:r>
              <a:rPr b="1" lang="en-US" sz="5300">
                <a:solidFill>
                  <a:srgbClr val="562213"/>
                </a:solidFill>
                <a:latin typeface="Pinyon Script"/>
                <a:ea typeface="Pinyon Script"/>
                <a:cs typeface="Pinyon Script"/>
                <a:sym typeface="Pinyon Script"/>
              </a:rPr>
              <a:t>Graph Continues</a:t>
            </a:r>
            <a:br>
              <a:rPr b="1" lang="en-US" sz="5300">
                <a:solidFill>
                  <a:srgbClr val="562213"/>
                </a:solidFill>
                <a:latin typeface="Pinyon Script"/>
                <a:ea typeface="Pinyon Script"/>
                <a:cs typeface="Pinyon Script"/>
                <a:sym typeface="Pinyon Script"/>
              </a:rPr>
            </a:br>
            <a:br>
              <a:rPr b="1" lang="en-US" sz="5300">
                <a:solidFill>
                  <a:srgbClr val="562213"/>
                </a:solidFill>
                <a:latin typeface="Pinyon Script"/>
                <a:ea typeface="Pinyon Script"/>
                <a:cs typeface="Pinyon Script"/>
                <a:sym typeface="Pinyon Script"/>
              </a:rPr>
            </a:br>
            <a:endParaRPr sz="5300">
              <a:solidFill>
                <a:srgbClr val="FFC000"/>
              </a:solidFill>
              <a:latin typeface="Pinyon Script"/>
              <a:ea typeface="Pinyon Script"/>
              <a:cs typeface="Pinyon Script"/>
              <a:sym typeface="Pinyon Script"/>
            </a:endParaRPr>
          </a:p>
        </p:txBody>
      </p:sp>
      <p:sp>
        <p:nvSpPr>
          <p:cNvPr id="269" name="Google Shape;269;p21"/>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spcBef>
                <a:spcPts val="0"/>
              </a:spcBef>
              <a:spcAft>
                <a:spcPts val="0"/>
              </a:spcAft>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FFFFFF"/>
              </a:solidFill>
              <a:latin typeface="Libre Franklin"/>
              <a:ea typeface="Libre Franklin"/>
              <a:cs typeface="Libre Franklin"/>
              <a:sym typeface="Libre Franklin"/>
            </a:endParaRPr>
          </a:p>
        </p:txBody>
      </p:sp>
    </p:spTree>
  </p:cSld>
  <p:clrMapOvr>
    <a:masterClrMapping/>
  </p:clrMapOvr>
  <p:transition>
    <p:random/>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2"/>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None/>
            </a:pPr>
            <a:r>
              <a:rPr lang="en-US">
                <a:solidFill>
                  <a:srgbClr val="FF0000"/>
                </a:solidFill>
              </a:rPr>
              <a:t>KRUSKAL’S ALGORITHM </a:t>
            </a:r>
            <a:endParaRPr>
              <a:solidFill>
                <a:srgbClr val="FF0000"/>
              </a:solidFill>
            </a:endParaRPr>
          </a:p>
        </p:txBody>
      </p:sp>
      <p:sp>
        <p:nvSpPr>
          <p:cNvPr id="275" name="Google Shape;275;p22"/>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Autofit/>
          </a:bodyPr>
          <a:lstStyle/>
          <a:p>
            <a:pPr indent="-120650" lvl="2" marL="822325" rtl="0" algn="l">
              <a:spcBef>
                <a:spcPts val="0"/>
              </a:spcBef>
              <a:spcAft>
                <a:spcPts val="0"/>
              </a:spcAft>
              <a:buSzPts val="1700"/>
              <a:buNone/>
            </a:pPr>
            <a:r>
              <a:t/>
            </a:r>
            <a:endParaRPr/>
          </a:p>
          <a:p>
            <a:pPr indent="-143510" lvl="0" marL="273050" rtl="0" algn="l">
              <a:spcBef>
                <a:spcPts val="575"/>
              </a:spcBef>
              <a:spcAft>
                <a:spcPts val="0"/>
              </a:spcAft>
              <a:buSzPts val="2040"/>
              <a:buNone/>
            </a:pPr>
            <a:r>
              <a:t/>
            </a:r>
            <a:endParaRPr sz="2400"/>
          </a:p>
          <a:p>
            <a:pPr indent="-143510" lvl="0" marL="273050" rtl="0" algn="l">
              <a:spcBef>
                <a:spcPts val="575"/>
              </a:spcBef>
              <a:spcAft>
                <a:spcPts val="0"/>
              </a:spcAft>
              <a:buSzPts val="2040"/>
              <a:buNone/>
            </a:pPr>
            <a:r>
              <a:t/>
            </a:r>
            <a:endParaRPr sz="2400"/>
          </a:p>
        </p:txBody>
      </p:sp>
      <p:sp>
        <p:nvSpPr>
          <p:cNvPr id="276" name="Google Shape;276;p22"/>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spcBef>
                <a:spcPts val="0"/>
              </a:spcBef>
              <a:spcAft>
                <a:spcPts val="0"/>
              </a:spcAft>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FFFFFF"/>
              </a:solidFill>
              <a:latin typeface="Libre Franklin"/>
              <a:ea typeface="Libre Franklin"/>
              <a:cs typeface="Libre Franklin"/>
              <a:sym typeface="Libre Frankli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3"/>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None/>
            </a:pPr>
            <a:r>
              <a:rPr lang="en-US" sz="3200">
                <a:latin typeface="Libre Baskerville"/>
                <a:ea typeface="Libre Baskerville"/>
                <a:cs typeface="Libre Baskerville"/>
                <a:sym typeface="Libre Baskerville"/>
              </a:rPr>
              <a:t>Kruskal's algorithm </a:t>
            </a:r>
            <a:endParaRPr/>
          </a:p>
        </p:txBody>
      </p:sp>
      <p:sp>
        <p:nvSpPr>
          <p:cNvPr id="282" name="Google Shape;282;p23"/>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Autofit/>
          </a:bodyPr>
          <a:lstStyle/>
          <a:p>
            <a:pPr indent="-132715" lvl="0" marL="273050" rtl="0" algn="l">
              <a:spcBef>
                <a:spcPts val="0"/>
              </a:spcBef>
              <a:spcAft>
                <a:spcPts val="0"/>
              </a:spcAft>
              <a:buSzPts val="2210"/>
              <a:buNone/>
            </a:pPr>
            <a:r>
              <a:t/>
            </a:r>
            <a:endParaRPr/>
          </a:p>
          <a:p>
            <a:pPr indent="-273050" lvl="0" marL="273050" rtl="0" algn="l">
              <a:spcBef>
                <a:spcPts val="575"/>
              </a:spcBef>
              <a:spcAft>
                <a:spcPts val="0"/>
              </a:spcAft>
              <a:buSzPts val="1870"/>
              <a:buChar char="⚫"/>
            </a:pPr>
            <a:r>
              <a:rPr lang="en-US" sz="2200"/>
              <a:t>In graph theory this algorithm  finds a minimum spanning tree for a </a:t>
            </a:r>
            <a:r>
              <a:rPr b="1" lang="en-US" sz="2200"/>
              <a:t>connected weighted undirected graph</a:t>
            </a:r>
            <a:r>
              <a:rPr lang="en-US" sz="2200"/>
              <a:t>.</a:t>
            </a:r>
            <a:endParaRPr/>
          </a:p>
          <a:p>
            <a:pPr indent="-273050" lvl="0" marL="273050" rtl="0" algn="l">
              <a:spcBef>
                <a:spcPts val="575"/>
              </a:spcBef>
              <a:spcAft>
                <a:spcPts val="0"/>
              </a:spcAft>
              <a:buSzPts val="1870"/>
              <a:buFont typeface="Noto Sans Symbols"/>
              <a:buNone/>
            </a:pPr>
            <a:r>
              <a:t/>
            </a:r>
            <a:endParaRPr sz="2200"/>
          </a:p>
          <a:p>
            <a:pPr indent="-273050" lvl="0" marL="273050" rtl="0" algn="l">
              <a:spcBef>
                <a:spcPts val="575"/>
              </a:spcBef>
              <a:spcAft>
                <a:spcPts val="0"/>
              </a:spcAft>
              <a:buSzPts val="1870"/>
              <a:buChar char="⚫"/>
            </a:pPr>
            <a:r>
              <a:rPr lang="en-US" sz="2200"/>
              <a:t> This means it finds a subset of the edges that forms a tree that includes every vertex, where the total weight of all the edges in the tree is minimized. </a:t>
            </a:r>
            <a:endParaRPr/>
          </a:p>
          <a:p>
            <a:pPr indent="-132715" lvl="0" marL="273050" rtl="0" algn="l">
              <a:spcBef>
                <a:spcPts val="575"/>
              </a:spcBef>
              <a:spcAft>
                <a:spcPts val="0"/>
              </a:spcAft>
              <a:buSzPts val="2210"/>
              <a:buNone/>
            </a:pPr>
            <a:r>
              <a:t/>
            </a:r>
            <a:endParaRPr/>
          </a:p>
        </p:txBody>
      </p:sp>
      <p:sp>
        <p:nvSpPr>
          <p:cNvPr id="283" name="Google Shape;283;p23"/>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spcBef>
                <a:spcPts val="0"/>
              </a:spcBef>
              <a:spcAft>
                <a:spcPts val="0"/>
              </a:spcAft>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FFFFFF"/>
              </a:solidFill>
              <a:latin typeface="Libre Franklin"/>
              <a:ea typeface="Libre Franklin"/>
              <a:cs typeface="Libre Franklin"/>
              <a:sym typeface="Libre Frankli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4"/>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None/>
            </a:pPr>
            <a:r>
              <a:rPr lang="en-US" sz="3200">
                <a:latin typeface="Libre Baskerville"/>
                <a:ea typeface="Libre Baskerville"/>
                <a:cs typeface="Libre Baskerville"/>
                <a:sym typeface="Libre Baskerville"/>
              </a:rPr>
              <a:t>Kruskal's algorithm </a:t>
            </a:r>
            <a:endParaRPr/>
          </a:p>
        </p:txBody>
      </p:sp>
      <p:sp>
        <p:nvSpPr>
          <p:cNvPr id="290" name="Google Shape;290;p24"/>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Autofit/>
          </a:bodyPr>
          <a:lstStyle/>
          <a:p>
            <a:pPr indent="-273050" lvl="0" marL="273050" rtl="0" algn="just">
              <a:spcBef>
                <a:spcPts val="0"/>
              </a:spcBef>
              <a:spcAft>
                <a:spcPts val="0"/>
              </a:spcAft>
              <a:buSzPts val="1530"/>
              <a:buFont typeface="Noto Sans Symbols"/>
              <a:buNone/>
            </a:pPr>
            <a:r>
              <a:t/>
            </a:r>
            <a:endParaRPr sz="1800">
              <a:solidFill>
                <a:schemeClr val="dk2"/>
              </a:solidFill>
            </a:endParaRPr>
          </a:p>
          <a:p>
            <a:pPr indent="-273050" lvl="0" marL="273050" rtl="0" algn="just">
              <a:lnSpc>
                <a:spcPct val="125000"/>
              </a:lnSpc>
              <a:spcBef>
                <a:spcPts val="575"/>
              </a:spcBef>
              <a:spcAft>
                <a:spcPts val="0"/>
              </a:spcAft>
              <a:buSzPts val="1530"/>
              <a:buChar char="⚫"/>
            </a:pPr>
            <a:r>
              <a:rPr lang="en-US" sz="1800"/>
              <a:t>This algorithm creates a forest of trees. </a:t>
            </a:r>
            <a:endParaRPr/>
          </a:p>
          <a:p>
            <a:pPr indent="-273050" lvl="0" marL="273050" rtl="0" algn="just">
              <a:lnSpc>
                <a:spcPct val="125000"/>
              </a:lnSpc>
              <a:spcBef>
                <a:spcPts val="575"/>
              </a:spcBef>
              <a:spcAft>
                <a:spcPts val="0"/>
              </a:spcAft>
              <a:buSzPts val="1530"/>
              <a:buChar char="⚫"/>
            </a:pPr>
            <a:r>
              <a:rPr lang="en-US" sz="1800"/>
              <a:t>Initially the forest consists of n single node trees (and no edges). </a:t>
            </a:r>
            <a:endParaRPr/>
          </a:p>
          <a:p>
            <a:pPr indent="-273050" lvl="0" marL="273050" rtl="0" algn="just">
              <a:lnSpc>
                <a:spcPct val="125000"/>
              </a:lnSpc>
              <a:spcBef>
                <a:spcPts val="575"/>
              </a:spcBef>
              <a:spcAft>
                <a:spcPts val="0"/>
              </a:spcAft>
              <a:buSzPts val="1530"/>
              <a:buChar char="⚫"/>
            </a:pPr>
            <a:r>
              <a:rPr lang="en-US" sz="1800"/>
              <a:t>At each step, we add one  edge (the cheapest one) so that it joins two trees together. </a:t>
            </a:r>
            <a:endParaRPr/>
          </a:p>
          <a:p>
            <a:pPr indent="-273050" lvl="0" marL="273050" rtl="0" algn="just">
              <a:lnSpc>
                <a:spcPct val="125000"/>
              </a:lnSpc>
              <a:spcBef>
                <a:spcPts val="575"/>
              </a:spcBef>
              <a:spcAft>
                <a:spcPts val="0"/>
              </a:spcAft>
              <a:buSzPts val="1530"/>
              <a:buChar char="⚫"/>
            </a:pPr>
            <a:r>
              <a:rPr lang="en-US" sz="1800"/>
              <a:t>If it were to form a cycle, it would simply link two nodes that were already part of a single connected tree, so that this edge would not be needed.</a:t>
            </a:r>
            <a:endParaRPr/>
          </a:p>
          <a:p>
            <a:pPr indent="-175895" lvl="0" marL="273050" rtl="0" algn="just">
              <a:spcBef>
                <a:spcPts val="575"/>
              </a:spcBef>
              <a:spcAft>
                <a:spcPts val="0"/>
              </a:spcAft>
              <a:buSzPts val="1530"/>
              <a:buNone/>
            </a:pPr>
            <a:r>
              <a:t/>
            </a:r>
            <a:endParaRPr sz="1800">
              <a:solidFill>
                <a:schemeClr val="dk2"/>
              </a:solidFill>
            </a:endParaRPr>
          </a:p>
          <a:p>
            <a:pPr indent="-175895" lvl="0" marL="273050" rtl="0" algn="just">
              <a:spcBef>
                <a:spcPts val="575"/>
              </a:spcBef>
              <a:spcAft>
                <a:spcPts val="0"/>
              </a:spcAft>
              <a:buSzPts val="1530"/>
              <a:buNone/>
            </a:pPr>
            <a:r>
              <a:t/>
            </a:r>
            <a:endParaRPr sz="1800">
              <a:solidFill>
                <a:schemeClr val="dk2"/>
              </a:solidFill>
            </a:endParaRPr>
          </a:p>
          <a:p>
            <a:pPr indent="-175895" lvl="0" marL="273050" rtl="0" algn="just">
              <a:spcBef>
                <a:spcPts val="575"/>
              </a:spcBef>
              <a:spcAft>
                <a:spcPts val="0"/>
              </a:spcAft>
              <a:buSzPts val="1530"/>
              <a:buNone/>
            </a:pPr>
            <a:r>
              <a:t/>
            </a:r>
            <a:endParaRPr sz="1800">
              <a:solidFill>
                <a:schemeClr val="dk2"/>
              </a:solidFill>
            </a:endParaRPr>
          </a:p>
          <a:p>
            <a:pPr indent="-175895" lvl="0" marL="273050" rtl="0" algn="just">
              <a:spcBef>
                <a:spcPts val="575"/>
              </a:spcBef>
              <a:spcAft>
                <a:spcPts val="0"/>
              </a:spcAft>
              <a:buSzPts val="1530"/>
              <a:buNone/>
            </a:pPr>
            <a:r>
              <a:t/>
            </a:r>
            <a:endParaRPr sz="1800">
              <a:solidFill>
                <a:schemeClr val="dk2"/>
              </a:solidFill>
            </a:endParaRPr>
          </a:p>
          <a:p>
            <a:pPr indent="-175895" lvl="0" marL="273050" rtl="0" algn="just">
              <a:spcBef>
                <a:spcPts val="575"/>
              </a:spcBef>
              <a:spcAft>
                <a:spcPts val="0"/>
              </a:spcAft>
              <a:buSzPts val="1530"/>
              <a:buNone/>
            </a:pPr>
            <a:r>
              <a:t/>
            </a:r>
            <a:endParaRPr sz="1800">
              <a:solidFill>
                <a:schemeClr val="dk2"/>
              </a:solidFill>
            </a:endParaRPr>
          </a:p>
          <a:p>
            <a:pPr indent="-175895" lvl="0" marL="273050" rtl="0" algn="just">
              <a:spcBef>
                <a:spcPts val="575"/>
              </a:spcBef>
              <a:spcAft>
                <a:spcPts val="0"/>
              </a:spcAft>
              <a:buSzPts val="1530"/>
              <a:buNone/>
            </a:pPr>
            <a:r>
              <a:t/>
            </a:r>
            <a:endParaRPr sz="1800">
              <a:solidFill>
                <a:schemeClr val="dk2"/>
              </a:solidFill>
            </a:endParaRPr>
          </a:p>
          <a:p>
            <a:pPr indent="-175895" lvl="0" marL="273050" rtl="0" algn="just">
              <a:spcBef>
                <a:spcPts val="575"/>
              </a:spcBef>
              <a:spcAft>
                <a:spcPts val="0"/>
              </a:spcAft>
              <a:buSzPts val="1530"/>
              <a:buNone/>
            </a:pPr>
            <a:r>
              <a:t/>
            </a:r>
            <a:endParaRPr sz="1800"/>
          </a:p>
        </p:txBody>
      </p:sp>
      <p:sp>
        <p:nvSpPr>
          <p:cNvPr id="291" name="Google Shape;291;p24"/>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spcBef>
                <a:spcPts val="0"/>
              </a:spcBef>
              <a:spcAft>
                <a:spcPts val="0"/>
              </a:spcAft>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FFFFFF"/>
              </a:solidFill>
              <a:latin typeface="Libre Franklin"/>
              <a:ea typeface="Libre Franklin"/>
              <a:cs typeface="Libre Franklin"/>
              <a:sym typeface="Libre Frankli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5"/>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None/>
            </a:pPr>
            <a:r>
              <a:rPr lang="en-US" sz="3200">
                <a:latin typeface="Libre Baskerville"/>
                <a:ea typeface="Libre Baskerville"/>
                <a:cs typeface="Libre Baskerville"/>
                <a:sym typeface="Libre Baskerville"/>
              </a:rPr>
              <a:t>MST-KRUSKAL(G)</a:t>
            </a:r>
            <a:endParaRPr/>
          </a:p>
        </p:txBody>
      </p:sp>
      <p:pic>
        <p:nvPicPr>
          <p:cNvPr id="298" name="Google Shape;298;p25"/>
          <p:cNvPicPr preferRelativeResize="0"/>
          <p:nvPr>
            <p:ph idx="1" type="body"/>
          </p:nvPr>
        </p:nvPicPr>
        <p:blipFill rotWithShape="1">
          <a:blip r:embed="rId3">
            <a:alphaModFix/>
          </a:blip>
          <a:srcRect b="0" l="0" r="0" t="0"/>
          <a:stretch/>
        </p:blipFill>
        <p:spPr>
          <a:xfrm>
            <a:off x="1143000" y="2201863"/>
            <a:ext cx="7046913" cy="2903537"/>
          </a:xfrm>
          <a:prstGeom prst="rect">
            <a:avLst/>
          </a:prstGeom>
          <a:noFill/>
          <a:ln>
            <a:noFill/>
          </a:ln>
        </p:spPr>
      </p:pic>
      <p:sp>
        <p:nvSpPr>
          <p:cNvPr id="299" name="Google Shape;299;p25"/>
          <p:cNvSpPr txBox="1"/>
          <p:nvPr/>
        </p:nvSpPr>
        <p:spPr>
          <a:xfrm>
            <a:off x="4191000" y="4267200"/>
            <a:ext cx="2286000" cy="2762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7F7F7F"/>
                </a:solidFill>
                <a:latin typeface="Arial"/>
                <a:ea typeface="Arial"/>
                <a:cs typeface="Arial"/>
                <a:sym typeface="Arial"/>
              </a:rPr>
              <a:t>//edge is added in A</a:t>
            </a:r>
            <a:endParaRPr/>
          </a:p>
        </p:txBody>
      </p:sp>
      <p:sp>
        <p:nvSpPr>
          <p:cNvPr id="300" name="Google Shape;300;p25"/>
          <p:cNvSpPr txBox="1"/>
          <p:nvPr/>
        </p:nvSpPr>
        <p:spPr>
          <a:xfrm>
            <a:off x="3733800" y="4495800"/>
            <a:ext cx="4419600" cy="3238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7F7F7F"/>
                </a:solidFill>
                <a:latin typeface="Book Antiqua"/>
                <a:ea typeface="Book Antiqua"/>
                <a:cs typeface="Book Antiqua"/>
                <a:sym typeface="Book Antiqua"/>
              </a:rPr>
              <a:t>Merge two tree/sets i.e take union of both sets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6"/>
          <p:cNvSpPr txBox="1"/>
          <p:nvPr>
            <p:ph type="title"/>
          </p:nvPr>
        </p:nvSpPr>
        <p:spPr>
          <a:xfrm>
            <a:off x="762000" y="304800"/>
            <a:ext cx="7772400" cy="731838"/>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None/>
            </a:pPr>
            <a:r>
              <a:rPr lang="en-US"/>
              <a:t>Analysis </a:t>
            </a:r>
            <a:r>
              <a:rPr b="1" lang="en-US"/>
              <a:t>O(E log V)</a:t>
            </a:r>
            <a:endParaRPr/>
          </a:p>
        </p:txBody>
      </p:sp>
      <p:sp>
        <p:nvSpPr>
          <p:cNvPr id="307" name="Google Shape;307;p26"/>
          <p:cNvSpPr txBox="1"/>
          <p:nvPr>
            <p:ph idx="1" type="body"/>
          </p:nvPr>
        </p:nvSpPr>
        <p:spPr>
          <a:xfrm>
            <a:off x="784225" y="1036638"/>
            <a:ext cx="4425950" cy="2049462"/>
          </a:xfrm>
          <a:prstGeom prst="rect">
            <a:avLst/>
          </a:prstGeom>
          <a:noFill/>
          <a:ln>
            <a:noFill/>
          </a:ln>
        </p:spPr>
        <p:txBody>
          <a:bodyPr anchorCtr="0" anchor="t" bIns="45700" lIns="91425" spcFirstLastPara="1" rIns="91425" wrap="square" tIns="45700">
            <a:noAutofit/>
          </a:bodyPr>
          <a:lstStyle/>
          <a:p>
            <a:pPr indent="-273050" lvl="0" marL="273050" rtl="0" algn="l">
              <a:spcBef>
                <a:spcPts val="0"/>
              </a:spcBef>
              <a:spcAft>
                <a:spcPts val="0"/>
              </a:spcAft>
              <a:buSzPts val="1700"/>
              <a:buChar char="⚫"/>
            </a:pPr>
            <a:r>
              <a:rPr lang="en-US" sz="2000"/>
              <a:t>O (E log (E))</a:t>
            </a:r>
            <a:endParaRPr/>
          </a:p>
          <a:p>
            <a:pPr indent="-228600" lvl="2" marL="822325" rtl="0" algn="l">
              <a:spcBef>
                <a:spcPts val="375"/>
              </a:spcBef>
              <a:spcAft>
                <a:spcPts val="0"/>
              </a:spcAft>
              <a:buSzPts val="1700"/>
              <a:buChar char="⚫"/>
            </a:pPr>
            <a:r>
              <a:rPr lang="en-US"/>
              <a:t>Line  1 : O(1) </a:t>
            </a:r>
            <a:endParaRPr/>
          </a:p>
          <a:p>
            <a:pPr indent="-228600" lvl="2" marL="822325" rtl="0" algn="l">
              <a:spcBef>
                <a:spcPts val="375"/>
              </a:spcBef>
              <a:spcAft>
                <a:spcPts val="0"/>
              </a:spcAft>
              <a:buSzPts val="1700"/>
              <a:buChar char="⚫"/>
            </a:pPr>
            <a:r>
              <a:rPr lang="en-US"/>
              <a:t>Line 2-3: (O(V)) </a:t>
            </a:r>
            <a:endParaRPr/>
          </a:p>
          <a:p>
            <a:pPr indent="-228600" lvl="2" marL="822325" rtl="0" algn="l">
              <a:spcBef>
                <a:spcPts val="375"/>
              </a:spcBef>
              <a:spcAft>
                <a:spcPts val="0"/>
              </a:spcAft>
              <a:buSzPts val="1700"/>
              <a:buChar char="⚫"/>
            </a:pPr>
            <a:r>
              <a:rPr lang="en-US"/>
              <a:t>Line 4: Sorting algorithm O(E log E)</a:t>
            </a:r>
            <a:endParaRPr/>
          </a:p>
          <a:p>
            <a:pPr indent="-228600" lvl="2" marL="822325" rtl="0" algn="l">
              <a:spcBef>
                <a:spcPts val="375"/>
              </a:spcBef>
              <a:spcAft>
                <a:spcPts val="0"/>
              </a:spcAft>
              <a:buSzPts val="1700"/>
              <a:buChar char="⚫"/>
            </a:pPr>
            <a:r>
              <a:rPr lang="en-US"/>
              <a:t>Line 5-8 :O(E log V)</a:t>
            </a:r>
            <a:endParaRPr/>
          </a:p>
          <a:p>
            <a:pPr indent="-99059" lvl="1" marL="547688" rtl="0" algn="l">
              <a:spcBef>
                <a:spcPts val="375"/>
              </a:spcBef>
              <a:spcAft>
                <a:spcPts val="0"/>
              </a:spcAft>
              <a:buSzPts val="2040"/>
              <a:buNone/>
            </a:pPr>
            <a:r>
              <a:t/>
            </a:r>
            <a:endParaRPr/>
          </a:p>
          <a:p>
            <a:pPr indent="-99059" lvl="1" marL="547688" rtl="0" algn="l">
              <a:spcBef>
                <a:spcPts val="375"/>
              </a:spcBef>
              <a:spcAft>
                <a:spcPts val="0"/>
              </a:spcAft>
              <a:buSzPts val="2040"/>
              <a:buNone/>
            </a:pPr>
            <a:r>
              <a:t/>
            </a:r>
            <a:endParaRPr/>
          </a:p>
        </p:txBody>
      </p:sp>
      <p:sp>
        <p:nvSpPr>
          <p:cNvPr id="308" name="Google Shape;308;p26"/>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spcBef>
                <a:spcPts val="0"/>
              </a:spcBef>
              <a:spcAft>
                <a:spcPts val="0"/>
              </a:spcAft>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FFFFFF"/>
              </a:solidFill>
              <a:latin typeface="Libre Franklin"/>
              <a:ea typeface="Libre Franklin"/>
              <a:cs typeface="Libre Franklin"/>
              <a:sym typeface="Libre Franklin"/>
            </a:endParaRPr>
          </a:p>
        </p:txBody>
      </p:sp>
      <p:pic>
        <p:nvPicPr>
          <p:cNvPr id="309" name="Google Shape;309;p26"/>
          <p:cNvPicPr preferRelativeResize="0"/>
          <p:nvPr/>
        </p:nvPicPr>
        <p:blipFill rotWithShape="1">
          <a:blip r:embed="rId3">
            <a:alphaModFix/>
          </a:blip>
          <a:srcRect b="0" l="0" r="0" t="0"/>
          <a:stretch/>
        </p:blipFill>
        <p:spPr>
          <a:xfrm>
            <a:off x="806450" y="3063875"/>
            <a:ext cx="8001000" cy="27622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27"/>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None/>
            </a:pPr>
            <a:r>
              <a:rPr lang="en-US"/>
              <a:t>Example</a:t>
            </a:r>
            <a:endParaRPr/>
          </a:p>
        </p:txBody>
      </p:sp>
      <p:pic>
        <p:nvPicPr>
          <p:cNvPr id="315" name="Google Shape;315;p27"/>
          <p:cNvPicPr preferRelativeResize="0"/>
          <p:nvPr>
            <p:ph idx="1" type="body"/>
          </p:nvPr>
        </p:nvPicPr>
        <p:blipFill rotWithShape="1">
          <a:blip r:embed="rId3">
            <a:alphaModFix/>
          </a:blip>
          <a:srcRect b="0" l="0" r="0" t="0"/>
          <a:stretch/>
        </p:blipFill>
        <p:spPr>
          <a:xfrm>
            <a:off x="1931988" y="2209800"/>
            <a:ext cx="4951412" cy="2438400"/>
          </a:xfrm>
          <a:prstGeom prst="rect">
            <a:avLst/>
          </a:prstGeom>
          <a:noFill/>
          <a:ln>
            <a:noFill/>
          </a:ln>
        </p:spPr>
      </p:pic>
      <p:sp>
        <p:nvSpPr>
          <p:cNvPr id="316" name="Google Shape;316;p27"/>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spcBef>
                <a:spcPts val="0"/>
              </a:spcBef>
              <a:spcAft>
                <a:spcPts val="0"/>
              </a:spcAft>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FFFFFF"/>
              </a:solidFill>
              <a:latin typeface="Libre Franklin"/>
              <a:ea typeface="Libre Franklin"/>
              <a:cs typeface="Libre Franklin"/>
              <a:sym typeface="Libre Frankli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28"/>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None/>
            </a:pPr>
            <a:r>
              <a:rPr lang="en-US"/>
              <a:t>Example</a:t>
            </a:r>
            <a:endParaRPr/>
          </a:p>
        </p:txBody>
      </p:sp>
      <p:pic>
        <p:nvPicPr>
          <p:cNvPr id="322" name="Google Shape;322;p28"/>
          <p:cNvPicPr preferRelativeResize="0"/>
          <p:nvPr>
            <p:ph idx="1" type="body"/>
          </p:nvPr>
        </p:nvPicPr>
        <p:blipFill rotWithShape="1">
          <a:blip r:embed="rId3">
            <a:alphaModFix/>
          </a:blip>
          <a:srcRect b="0" l="0" r="0" t="0"/>
          <a:stretch/>
        </p:blipFill>
        <p:spPr>
          <a:xfrm>
            <a:off x="1295400" y="2133600"/>
            <a:ext cx="5638800" cy="2295525"/>
          </a:xfrm>
          <a:prstGeom prst="rect">
            <a:avLst/>
          </a:prstGeom>
          <a:noFill/>
          <a:ln>
            <a:noFill/>
          </a:ln>
        </p:spPr>
      </p:pic>
      <p:sp>
        <p:nvSpPr>
          <p:cNvPr id="323" name="Google Shape;323;p28"/>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spcBef>
                <a:spcPts val="0"/>
              </a:spcBef>
              <a:spcAft>
                <a:spcPts val="0"/>
              </a:spcAft>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FFFFFF"/>
              </a:solidFill>
              <a:latin typeface="Libre Franklin"/>
              <a:ea typeface="Libre Franklin"/>
              <a:cs typeface="Libre Franklin"/>
              <a:sym typeface="Libre Frankli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9"/>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None/>
            </a:pPr>
            <a:r>
              <a:t/>
            </a:r>
            <a:endParaRPr/>
          </a:p>
        </p:txBody>
      </p:sp>
      <p:pic>
        <p:nvPicPr>
          <p:cNvPr id="330" name="Google Shape;330;p29"/>
          <p:cNvPicPr preferRelativeResize="0"/>
          <p:nvPr>
            <p:ph idx="1" type="body"/>
          </p:nvPr>
        </p:nvPicPr>
        <p:blipFill rotWithShape="1">
          <a:blip r:embed="rId3">
            <a:alphaModFix/>
          </a:blip>
          <a:srcRect b="0" l="0" r="0" t="0"/>
          <a:stretch/>
        </p:blipFill>
        <p:spPr>
          <a:xfrm>
            <a:off x="3175" y="0"/>
            <a:ext cx="8680450" cy="68484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0"/>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None/>
            </a:pPr>
            <a:r>
              <a:t/>
            </a:r>
            <a:endParaRPr/>
          </a:p>
        </p:txBody>
      </p:sp>
      <p:sp>
        <p:nvSpPr>
          <p:cNvPr id="337" name="Google Shape;337;p30"/>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Autofit/>
          </a:bodyPr>
          <a:lstStyle/>
          <a:p>
            <a:pPr indent="-132715" lvl="0" marL="273050" rtl="0" algn="l">
              <a:spcBef>
                <a:spcPts val="0"/>
              </a:spcBef>
              <a:spcAft>
                <a:spcPts val="0"/>
              </a:spcAft>
              <a:buSzPts val="2210"/>
              <a:buNone/>
            </a:pPr>
            <a:r>
              <a:t/>
            </a:r>
            <a:endParaRPr/>
          </a:p>
        </p:txBody>
      </p:sp>
      <p:pic>
        <p:nvPicPr>
          <p:cNvPr id="338" name="Google Shape;338;p30"/>
          <p:cNvPicPr preferRelativeResize="0"/>
          <p:nvPr/>
        </p:nvPicPr>
        <p:blipFill rotWithShape="1">
          <a:blip r:embed="rId3">
            <a:alphaModFix/>
          </a:blip>
          <a:srcRect b="0" l="0" r="0" t="0"/>
          <a:stretch/>
        </p:blipFill>
        <p:spPr>
          <a:xfrm>
            <a:off x="153988" y="0"/>
            <a:ext cx="8226425" cy="67056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31"/>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None/>
            </a:pPr>
            <a:r>
              <a:t/>
            </a:r>
            <a:endParaRPr/>
          </a:p>
        </p:txBody>
      </p:sp>
      <p:pic>
        <p:nvPicPr>
          <p:cNvPr id="345" name="Google Shape;345;p31"/>
          <p:cNvPicPr preferRelativeResize="0"/>
          <p:nvPr>
            <p:ph idx="1" type="body"/>
          </p:nvPr>
        </p:nvPicPr>
        <p:blipFill rotWithShape="1">
          <a:blip r:embed="rId3">
            <a:alphaModFix/>
          </a:blip>
          <a:srcRect b="0" l="0" r="0" t="0"/>
          <a:stretch/>
        </p:blipFill>
        <p:spPr>
          <a:xfrm>
            <a:off x="762000" y="0"/>
            <a:ext cx="8001000" cy="70104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2"/>
          <p:cNvSpPr txBox="1"/>
          <p:nvPr>
            <p:ph type="title"/>
          </p:nvPr>
        </p:nvSpPr>
        <p:spPr>
          <a:xfrm>
            <a:off x="226158" y="396875"/>
            <a:ext cx="6889750" cy="194945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None/>
            </a:pPr>
            <a:r>
              <a:rPr lang="en-US" sz="2400">
                <a:highlight>
                  <a:srgbClr val="FFFF00"/>
                </a:highlight>
              </a:rPr>
              <a:t>Task, Apply Prims and Kruskal algorithm.</a:t>
            </a:r>
            <a:br>
              <a:rPr lang="en-US" sz="2400">
                <a:highlight>
                  <a:srgbClr val="FFFF00"/>
                </a:highlight>
              </a:rPr>
            </a:br>
            <a:r>
              <a:rPr lang="en-US" sz="2400">
                <a:highlight>
                  <a:srgbClr val="FFFF00"/>
                </a:highlight>
              </a:rPr>
              <a:t>Do all work on Paper. Starting point is A node.</a:t>
            </a:r>
            <a:br>
              <a:rPr lang="en-US" sz="2400">
                <a:highlight>
                  <a:srgbClr val="FFFF00"/>
                </a:highlight>
              </a:rPr>
            </a:br>
            <a:br>
              <a:rPr lang="en-US" sz="2400">
                <a:highlight>
                  <a:srgbClr val="FFFF00"/>
                </a:highlight>
              </a:rPr>
            </a:br>
            <a:endParaRPr sz="2400">
              <a:highlight>
                <a:srgbClr val="FFFF00"/>
              </a:highlight>
            </a:endParaRPr>
          </a:p>
        </p:txBody>
      </p:sp>
      <p:sp>
        <p:nvSpPr>
          <p:cNvPr id="351" name="Google Shape;351;p32"/>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p>
            <a:pPr indent="0" lvl="0" marL="0" rtl="0" algn="ctr">
              <a:spcBef>
                <a:spcPts val="0"/>
              </a:spcBef>
              <a:spcAft>
                <a:spcPts val="0"/>
              </a:spcAft>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endParaRPr b="0" i="0" sz="1400" u="none" cap="none" strike="noStrike">
              <a:solidFill>
                <a:srgbClr val="FFFFFF"/>
              </a:solidFill>
              <a:latin typeface="Libre Franklin"/>
              <a:ea typeface="Libre Franklin"/>
              <a:cs typeface="Libre Franklin"/>
              <a:sym typeface="Libre Franklin"/>
            </a:endParaRPr>
          </a:p>
        </p:txBody>
      </p:sp>
      <p:pic>
        <p:nvPicPr>
          <p:cNvPr id="352" name="Google Shape;352;p32"/>
          <p:cNvPicPr preferRelativeResize="0"/>
          <p:nvPr>
            <p:ph idx="1" type="body"/>
          </p:nvPr>
        </p:nvPicPr>
        <p:blipFill rotWithShape="1">
          <a:blip r:embed="rId3">
            <a:alphaModFix/>
          </a:blip>
          <a:srcRect b="0" l="0" r="0" t="0"/>
          <a:stretch/>
        </p:blipFill>
        <p:spPr>
          <a:xfrm>
            <a:off x="1828800" y="2819400"/>
            <a:ext cx="4659313" cy="3397250"/>
          </a:xfrm>
          <a:prstGeom prst="rect">
            <a:avLst/>
          </a:prstGeom>
          <a:noFill/>
          <a:ln>
            <a:noFill/>
          </a:ln>
        </p:spPr>
      </p:pic>
      <p:pic>
        <p:nvPicPr>
          <p:cNvPr id="353" name="Google Shape;353;p32"/>
          <p:cNvPicPr preferRelativeResize="0"/>
          <p:nvPr/>
        </p:nvPicPr>
        <p:blipFill rotWithShape="1">
          <a:blip r:embed="rId4">
            <a:alphaModFix/>
          </a:blip>
          <a:srcRect b="0" l="0" r="0" t="0"/>
          <a:stretch/>
        </p:blipFill>
        <p:spPr>
          <a:xfrm>
            <a:off x="7086600" y="228600"/>
            <a:ext cx="2057400" cy="22860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33"/>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None/>
            </a:pPr>
            <a:r>
              <a:t/>
            </a:r>
            <a:endParaRPr/>
          </a:p>
        </p:txBody>
      </p:sp>
      <p:sp>
        <p:nvSpPr>
          <p:cNvPr id="359" name="Google Shape;359;p33"/>
          <p:cNvSpPr txBox="1"/>
          <p:nvPr>
            <p:ph idx="1" type="body"/>
          </p:nvPr>
        </p:nvSpPr>
        <p:spPr>
          <a:xfrm>
            <a:off x="0" y="1447800"/>
            <a:ext cx="9144000" cy="4572000"/>
          </a:xfrm>
          <a:prstGeom prst="rect">
            <a:avLst/>
          </a:prstGeom>
          <a:noFill/>
          <a:ln>
            <a:noFill/>
          </a:ln>
        </p:spPr>
        <p:txBody>
          <a:bodyPr anchorCtr="0" anchor="t" bIns="45700" lIns="91425" spcFirstLastPara="1" rIns="91425" wrap="square" tIns="45700">
            <a:noAutofit/>
          </a:bodyPr>
          <a:lstStyle/>
          <a:p>
            <a:pPr indent="-273050" lvl="0" marL="273050" rtl="0" algn="l">
              <a:spcBef>
                <a:spcPts val="0"/>
              </a:spcBef>
              <a:spcAft>
                <a:spcPts val="0"/>
              </a:spcAft>
              <a:buSzPts val="2210"/>
              <a:buChar char="⚫"/>
            </a:pPr>
            <a:r>
              <a:rPr lang="en-US"/>
              <a:t>Prim's algorithm is significantly faster in the limit when you've got a really dense graph with many more edges than vertices. Kruskal performs better in typical situations (sparse graphs) because it uses simpler data structures.</a:t>
            </a:r>
            <a:endParaRPr/>
          </a:p>
          <a:p>
            <a:pPr indent="-273050" lvl="0" marL="273050" rtl="0" algn="l">
              <a:spcBef>
                <a:spcPts val="575"/>
              </a:spcBef>
              <a:spcAft>
                <a:spcPts val="0"/>
              </a:spcAft>
              <a:buSzPts val="2210"/>
              <a:buChar char="⚫"/>
            </a:pPr>
            <a:r>
              <a:rPr lang="en-US"/>
              <a:t>If we stop the algorithm in middle prim's algorithm always generates connected tree, but kruskal on the other hand can give disconnected tree or forest</a:t>
            </a:r>
            <a:endParaRPr/>
          </a:p>
          <a:p>
            <a:pPr indent="-273050" lvl="0" marL="273050" rtl="0" algn="l">
              <a:spcBef>
                <a:spcPts val="575"/>
              </a:spcBef>
              <a:spcAft>
                <a:spcPts val="0"/>
              </a:spcAft>
              <a:buSzPts val="2210"/>
              <a:buChar char="⚫"/>
            </a:pPr>
            <a:r>
              <a:rPr lang="en-US"/>
              <a:t>Other well-known algorithms for this problem include </a:t>
            </a:r>
            <a:r>
              <a:rPr lang="en-US" u="sng">
                <a:solidFill>
                  <a:schemeClr val="hlink"/>
                </a:solidFill>
                <a:hlinkClick r:id="rId3"/>
              </a:rPr>
              <a:t>Kruskal's algorithm</a:t>
            </a:r>
            <a:r>
              <a:rPr lang="en-US"/>
              <a:t> and </a:t>
            </a:r>
            <a:r>
              <a:rPr lang="en-US" u="sng">
                <a:solidFill>
                  <a:schemeClr val="hlink"/>
                </a:solidFill>
                <a:hlinkClick r:id="rId4"/>
              </a:rPr>
              <a:t>Borůvka's algorithm</a:t>
            </a:r>
            <a:r>
              <a:rPr lang="en-US"/>
              <a:t>.</a:t>
            </a:r>
            <a:r>
              <a:rPr baseline="30000" lang="en-US" u="sng">
                <a:solidFill>
                  <a:schemeClr val="hlink"/>
                </a:solidFill>
                <a:hlinkClick r:id="rId5"/>
              </a:rPr>
              <a:t>[8]</a:t>
            </a:r>
            <a:r>
              <a:rPr lang="en-US"/>
              <a:t> These algorithms find the minimum spanning forest in a possibly disconnected graph; in contrast, the most basic form of Prim's algorithm only finds minimum spanning trees in connected graphs. However, running Prim's algorithm separately for each </a:t>
            </a:r>
            <a:r>
              <a:rPr lang="en-US" u="sng">
                <a:solidFill>
                  <a:schemeClr val="hlink"/>
                </a:solidFill>
                <a:hlinkClick r:id="rId6"/>
              </a:rPr>
              <a:t>connected component</a:t>
            </a:r>
            <a:r>
              <a:rPr lang="en-US"/>
              <a:t> of the graph</a:t>
            </a:r>
            <a:endParaRPr/>
          </a:p>
          <a:p>
            <a:pPr indent="-132715" lvl="0" marL="273050" rtl="0" algn="l">
              <a:spcBef>
                <a:spcPts val="575"/>
              </a:spcBef>
              <a:spcAft>
                <a:spcPts val="0"/>
              </a:spcAft>
              <a:buSzPts val="221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2020-04-08T13:59:41Z</dcterms:created>
</cp:coreProperties>
</file>