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sldIdLst>
    <p:sldId id="305" r:id="rId2"/>
    <p:sldId id="309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7" r:id="rId37"/>
    <p:sldId id="306" r:id="rId38"/>
    <p:sldId id="310" r:id="rId39"/>
    <p:sldId id="311" r:id="rId40"/>
    <p:sldId id="308" r:id="rId4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EEE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7" d="100"/>
          <a:sy n="47" d="100"/>
        </p:scale>
        <p:origin x="1474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56D6-B5D4-6575-EFC1-7F16C49A3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AE7BC8-CB0A-DC42-67E8-AE5E2502CF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6633A-7574-196C-3D5D-481BE797E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66F34E-7A66-2BD4-7484-B7978BC24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90C7B1-8AFF-E59F-3316-6700B23D5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5525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B97DC-9C9B-D91A-7BE1-1CD06BEF3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09C63B-5E9B-3475-1803-85A4271B82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A97C3F-48CF-82EE-EC30-430A37223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4AD255-1357-E141-AB17-1D08CF914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B475B9-CBEC-5089-FBB8-E5C9227A3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62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A9F91-06BF-04A1-9915-50D493651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6D3615-DA09-24FC-5FFF-94B3D76E54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ED5F3-FEE6-39A9-9204-E2B9ACA31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19589-EDF4-026D-2467-EF1172A296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6F454-B76F-D68D-A4CD-1B71951FA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87936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01782-8551-4FBF-16A2-64FC3DC27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2CD77-25D0-13A4-663C-EFF62EA9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0BF5E-96D6-4E45-B48B-D082AC1CA9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11F5C3-A0FD-495F-3AA4-C4A90E597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BDF131-9B3D-0A23-8078-DE171FD19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DC3082-92D4-95E7-2576-B8D095030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268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D9F6C-09D6-C10D-7290-F136EFCFF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819D7E-F9F5-E54A-8B14-2E08716F10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7DF6D7A-903D-0C47-D30B-AD5235A815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0EA535-B11F-E722-FF0C-D5A1761613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F49610-5AF9-D0EC-3109-DD2BC7C68A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B5C295-709B-61B1-7CDC-4D1DF3D91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87C397-144F-365C-379F-74A43E050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8A6F69-AA48-DD08-AC23-E80B6EBEE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2890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59748B-CE08-8B93-BD5D-E467215AA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2B8D90-327F-A5DD-9645-33D80B29D8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ABB130-7484-3262-203B-EC9098C4C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085700-D96C-BDA2-1719-1DA680E42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294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33D506-391D-8A3A-3B62-0644C4C78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4A47DB-9943-5922-AD07-A79A80C8C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FBC2D-AE74-86E3-2229-9F72DAF50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168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97C1C-4C5E-8C96-4367-EB95851627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F2047-4BC2-B0D1-2E3B-F4598C763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7D4602-325B-D6AB-2F60-08DCD4DDDC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E82D8D-8683-CF16-D9CA-000A300451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4C6D24-5959-9B48-AA41-F1F240B8F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FCE377-E895-3AD4-B5F1-199808C2F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831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E4937-E2BF-8024-8669-D44F6495C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E03EEA-B8DB-C496-3CCE-ACF39F0BEC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9822AC-FE8D-737F-C68B-954BEAFD04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54C2E1-6F8C-45A5-A144-56AFE5CDD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344990-B0BB-A09D-A0CE-423292DE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6CBD5-FC5F-F259-9E8A-06ED137DC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258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8BA63-CBDE-4083-2A39-FBBCAD9BE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CC830E-9BEF-1351-36F9-B31A714C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44647-8264-A071-53E2-BDD562CD5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C4A6B0-1DFD-B1E1-3DCC-49BE7D67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1A9076-AC04-FA4E-317C-6BCB60FD2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405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6FC9786-826F-7FA1-B193-853DF94D62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38CBC-0574-0A38-256B-87A8253E0B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25817A-3791-B60B-01CF-B65557D69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9D8AA-3CA3-FF24-BC8C-A07092B53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97D705-9576-C6F3-EB94-5A2F2B538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664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EE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FE0941-439C-3070-E98C-E8475E3F0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DCFD-1A22-365F-E8E1-A4C6B7A3E1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BFBFC-0DB7-BE5E-9F0D-B9B3B2469C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72794-9AA8-C378-FD06-6D2F1EBAD6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7A42E1-3544-2281-34AB-A0119A8923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35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5n8KZnQvf4k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CB1A9-5F6A-B722-116B-C097D225C6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Radix Sort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FDBCF3-6084-04C9-DE2B-3A2A5B5CEE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270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B5CA9-73DB-4C33-6C41-E84CE7F41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30C2DA33-5731-CF88-7638-B4161B7B7C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-1"/>
            <a:ext cx="9144000" cy="716061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827627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2-Radix-sort-presentation-12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3-Radix-sort-presentation-13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87A571-CC27-7C3B-9901-79A04221CE5B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1: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4-Radix-sort-presentation-14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E7E720F-9A07-F55D-8751-4572D6A318EB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1: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5-Radix-sort-presentation-15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33A2820-B74D-25D7-A8E4-91EA45A195BE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1: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6-Radix-sort-presentation-16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AC7383A-EEB8-59D3-B4A3-213091772BD5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1: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7-Radix-sort-presentation-17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8126FF3-9843-8B4A-5E70-714E3F1A5473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1: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8-Radix-sort-presentation-18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03419D9-D736-5BD8-7DD1-E9A9EED0EF87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1: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19-Radix-sort-presentation-19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BCAE930-6C5A-251B-CD4C-178C35D22D6A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1: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0-Radix-sort-presentation-20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9AFC8C8-B9E5-D913-8C26-3618C6E66276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1: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1-Radix-sort-presentation-21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0A17FB5-1D0D-2271-2997-FA01EBEA1808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1: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2-Radix-sort-presentation-22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3-Radix-sort-presentation-23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40DAA40-7F64-0858-37D0-2EF77D0DE31A}"/>
              </a:ext>
            </a:extLst>
          </p:cNvPr>
          <p:cNvSpPr/>
          <p:nvPr/>
        </p:nvSpPr>
        <p:spPr>
          <a:xfrm>
            <a:off x="442452" y="2123768"/>
            <a:ext cx="6518787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4-Radix-sort-presentation-24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655AA37-D7AE-30C0-595E-CE89B1B97E4F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5-Radix-sort-presentation-25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FDA9B5F-D7D8-5A6B-44A6-98CED006CFD2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6-Radix-sort-presentation-26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DA051B-26F8-BE5D-452F-57A151A9783F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7-Radix-sort-presentation-27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1CBFBB7D-B039-2C33-9F33-E68DC45CB7F2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8-Radix-sort-presentation-28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06B8D83-3CBD-D5EB-B925-423A97DF6C28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29-Radix-sort-presentation-29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67E54CF-95CF-A765-DF25-C0668804DF90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0-Radix-sort-presentation-30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CFF239E-7A23-87B8-7263-5EE593284A71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1-Radix-sort-presentation-31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2-Radix-sort-presentation-32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3-Radix-sort-presentation-33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3BEB27F-E66D-E047-1C6B-253CF86ECC22}"/>
              </a:ext>
            </a:extLst>
          </p:cNvPr>
          <p:cNvSpPr/>
          <p:nvPr/>
        </p:nvSpPr>
        <p:spPr>
          <a:xfrm>
            <a:off x="442452" y="2123768"/>
            <a:ext cx="58501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3: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4-Radix-sort-presentation-34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CB3267A-C8EA-81C3-EB86-B9FDE1D7A448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5-Radix-sort-presentation-35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1077773-2749-6F77-F027-458BFD384B12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6-Radix-sort-presentation-36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BA07E7F-061F-B746-6124-83F457C0E632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7-Radix-sort-presentation-37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8-Radix-sort-presentation-38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F8592BBE-CB4D-E903-42FB-FAD47460E2CA}"/>
              </a:ext>
            </a:extLst>
          </p:cNvPr>
          <p:cNvSpPr/>
          <p:nvPr/>
        </p:nvSpPr>
        <p:spPr>
          <a:xfrm>
            <a:off x="442452" y="2123768"/>
            <a:ext cx="4935793" cy="766916"/>
          </a:xfrm>
          <a:prstGeom prst="rect">
            <a:avLst/>
          </a:prstGeom>
          <a:solidFill>
            <a:srgbClr val="FEEEC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b="1" dirty="0">
                <a:solidFill>
                  <a:schemeClr val="tx1"/>
                </a:solidFill>
              </a:rPr>
              <a:t>PASS 2: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39-Radix-sort-presentation-39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40-Radix-sort-presentation-40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41-Radix-sort-presentation-41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42-Radix-sort-presentation-42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43-Radix-sort-presentation-43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44-Radix-sort-presentation-44-20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A6D69-D541-EF65-6DB6-9C58AA0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Applications of Radix Sort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EC0F822-C478-4FBD-3C86-566B4E09EC0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28650" y="1923802"/>
            <a:ext cx="7886700" cy="41549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Sorting Large Sets of Integers</a:t>
            </a:r>
            <a:r>
              <a:rPr lang="en-US" altLang="en-US" sz="2400" dirty="0">
                <a:latin typeface="Arial" panose="020B0604020202020204" pitchFamily="34" charset="0"/>
              </a:rPr>
              <a:t>: 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Efficient for large datasets with fixed-size numbers (e.g., timestamps, phone numbers).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Lexicographic Sorting of Strings</a:t>
            </a:r>
            <a:r>
              <a:rPr lang="en-US" altLang="en-US" sz="2400" dirty="0">
                <a:latin typeface="Arial" panose="020B0604020202020204" pitchFamily="34" charset="0"/>
              </a:rPr>
              <a:t>: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Useful for sorting words, file names, and URLs.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Database and External Sorting</a:t>
            </a:r>
            <a:r>
              <a:rPr lang="en-US" altLang="en-US" sz="2400" dirty="0">
                <a:latin typeface="Arial" panose="020B0604020202020204" pitchFamily="34" charset="0"/>
              </a:rPr>
              <a:t>: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Ideal for sorting large datasets with fixed-length keys, especially when data doesn't fit in memory.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80020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5BC5E6B-D801-99B4-39E0-F824144875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50" y="707924"/>
            <a:ext cx="8733892" cy="465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37232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3130FB4-88F0-D137-15AB-3ECF2874D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49" y="263068"/>
            <a:ext cx="8931702" cy="633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1947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quiz&#10;&#10;AI-generated content may be incorrect.">
            <a:extLst>
              <a:ext uri="{FF2B5EF4-FFF2-40B4-BE49-F238E27FC236}">
                <a16:creationId xmlns:a16="http://schemas.microsoft.com/office/drawing/2014/main" id="{E4C7D18C-D9A0-9917-3535-DEA457E14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66" y="61443"/>
            <a:ext cx="8010963" cy="692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791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F46D7-8D14-5BD1-E515-F46B35AA1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AA163F-6444-A104-6FED-17934FFE6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https://youtu.be/5n8KZnQvf4k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503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Words>142</Words>
  <Application>Microsoft Office PowerPoint</Application>
  <PresentationFormat>On-screen Show (4:3)</PresentationFormat>
  <Paragraphs>31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4" baseType="lpstr">
      <vt:lpstr>Aptos</vt:lpstr>
      <vt:lpstr>Aptos Display</vt:lpstr>
      <vt:lpstr>Arial</vt:lpstr>
      <vt:lpstr>Office Theme</vt:lpstr>
      <vt:lpstr>Radix Sort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Applications of Radix Sort</vt:lpstr>
      <vt:lpstr>PowerPoint Presentation</vt:lpstr>
      <vt:lpstr>PowerPoint Presentation</vt:lpstr>
      <vt:lpstr>PowerPoint Presentation</vt:lpstr>
      <vt:lpstr>Important links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Zohaib ALI</dc:creator>
  <cp:keywords/>
  <dc:description>generated using python-pptx</dc:description>
  <cp:lastModifiedBy>Zohaib ALI</cp:lastModifiedBy>
  <cp:revision>2</cp:revision>
  <dcterms:created xsi:type="dcterms:W3CDTF">2013-01-27T09:14:16Z</dcterms:created>
  <dcterms:modified xsi:type="dcterms:W3CDTF">2025-04-19T19:46:25Z</dcterms:modified>
  <cp:category/>
</cp:coreProperties>
</file>